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17"/>
  </p:notesMasterIdLst>
  <p:handoutMasterIdLst>
    <p:handoutMasterId r:id="rId18"/>
  </p:handoutMasterIdLst>
  <p:sldIdLst>
    <p:sldId id="401" r:id="rId5"/>
    <p:sldId id="385" r:id="rId6"/>
    <p:sldId id="386" r:id="rId7"/>
    <p:sldId id="403" r:id="rId8"/>
    <p:sldId id="402" r:id="rId9"/>
    <p:sldId id="378" r:id="rId10"/>
    <p:sldId id="387" r:id="rId11"/>
    <p:sldId id="406" r:id="rId12"/>
    <p:sldId id="408" r:id="rId13"/>
    <p:sldId id="405" r:id="rId14"/>
    <p:sldId id="407" r:id="rId15"/>
    <p:sldId id="404" r:id="rId16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8107F-36A8-A8D9-A450-80D0C4109E52}" v="2" dt="2025-03-13T11:58:19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Cranny" userId="S::mijames@microsoft.com::1f2d3b60-5574-4909-bdf4-5617a7f7f73a" providerId="AD" clId="Web-{2FB8107F-36A8-A8D9-A450-80D0C4109E52}"/>
    <pc:docChg chg="addSld delSld">
      <pc:chgData name="Michelle Cranny" userId="S::mijames@microsoft.com::1f2d3b60-5574-4909-bdf4-5617a7f7f73a" providerId="AD" clId="Web-{2FB8107F-36A8-A8D9-A450-80D0C4109E52}" dt="2025-03-13T11:58:19.532" v="1"/>
      <pc:docMkLst>
        <pc:docMk/>
      </pc:docMkLst>
      <pc:sldChg chg="new del">
        <pc:chgData name="Michelle Cranny" userId="S::mijames@microsoft.com::1f2d3b60-5574-4909-bdf4-5617a7f7f73a" providerId="AD" clId="Web-{2FB8107F-36A8-A8D9-A450-80D0C4109E52}" dt="2025-03-13T11:58:19.532" v="1"/>
        <pc:sldMkLst>
          <pc:docMk/>
          <pc:sldMk cId="838637727" sldId="410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8/29/2026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1.svg"/><Relationship Id="rId5" Type="http://schemas.openxmlformats.org/officeDocument/2006/relationships/image" Target="../media/image2.svg"/><Relationship Id="rId6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Relationship Id="rId4" Type="http://schemas.openxmlformats.org/officeDocument/2006/relationships/image" Target="../media/image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6.svg"/><Relationship Id="rId5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10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8/29/2026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040C-0B14-D61F-5226-9B11CE4A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51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61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38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9C224-A9D2-9FF5-F018-97DE81DA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1D20-65D2-7C26-C062-DF9C884B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30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4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939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EEFC-1A25-C621-9E4E-C4A725B3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83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DBAE0-D93C-43AD-5BE3-B0285EB0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0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4993-314A-FD1E-CB9C-19E0D29C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540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46E3-9F9B-6540-00A4-D2CCC175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82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8E77-EDCE-E6BA-4C6F-34EE908C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728761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Title: Navigating the Future: Generative AI Trends for 2024–2025</a:t>
            </a:r>
          </a:p>
          <a:p>
            <a:r>
              <a:t>Subtitle: Strategic Implementation &amp; Growth for [Client.Company]</a:t>
            </a:r>
          </a:p>
          <a:p>
            <a:r>
              <a:t>Presenter: [Sender.FirstName], [Sender.Company]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High-level overview of the shifting AI landscape.</a:t>
            </a:r>
          </a:p>
          <a:p>
            <a:r>
              <a:t>Objectives for integrating next-generation capabilities into [Client.Company].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Company Overview &amp; Expertise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[Sender.Company] and our track record in digital transformation.</a:t>
            </a:r>
          </a:p>
          <a:p>
            <a:r>
              <a:t>Why we are uniquely positioned to guide your AI journey.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Trend 1 – The Rise of Multimodal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Convergence of text, vision, audio, and video processing.</a:t>
            </a:r>
          </a:p>
          <a:p>
            <a:r>
              <a:t>Business impact: Richer customer interactions and deeper content analysis.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Trend 2 – Autonomous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Shifting from static chatbots to goal-oriented agents.</a:t>
            </a:r>
          </a:p>
          <a:p>
            <a:r>
              <a:t>Automating complex workflows across CRM, ERP, and supply chain.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Trend 3 – Small Language Models (SLMs) &amp; Edge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Cost efficiency and lower latency of lightweight models.</a:t>
            </a:r>
          </a:p>
          <a:p>
            <a:r>
              <a:t>Enhanced data privacy through on-device and localized processing.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Trend 4 – Advanced RAG 2.0 &amp; Knowledge Grounding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Overcoming hallucinations with secure, real-time enterprise search.</a:t>
            </a:r>
          </a:p>
          <a:p>
            <a:r>
              <a:t>Turning proprietary unstructured data into actionable intelligence.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Proposed Solution for [Client.Company]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Tailored roadmap aligning 2024–2025 trends with your core business model.</a:t>
            </a:r>
          </a:p>
          <a:p>
            <a:r>
              <a:t>Addressing specific operational bottlenecks.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Implementation Roadmap &amp; Milestones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1: Assessment (Weeks 1–2)</a:t>
            </a:r>
          </a:p>
          <a:p>
            <a:r>
              <a:t>Phase 2: Pilot Development (Weeks 3–6)</a:t>
            </a:r>
          </a:p>
          <a:p>
            <a:r>
              <a:t>Phase 3: Scaling &amp; Training (Weeks 7–8)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Investment &amp; Pricing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breakdown of project tiers, pilot pricing, and retainer options.</a:t>
            </a:r>
          </a:p>
          <a:p>
            <a:r>
              <a:t>Clear ROI projections and efficiency metrics.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Meet Your Project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Leadership and point-of-contact introductions (CEO Name, Account Exec Name).</a:t>
            </a:r>
          </a:p>
          <a:p>
            <a:r>
              <a:t>Dedication to ongoing partnership and customer success.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Q&amp;A &amp; 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floor for questions and discussion.</a:t>
            </a:r>
          </a:p>
          <a:p>
            <a:r>
              <a:t>Immediate action items to kick off the partnership.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等线</vt:lpstr>
      <vt:lpstr>Arial</vt:lpstr>
      <vt:lpstr>Poppins</vt:lpstr>
      <vt:lpstr>Poppins SemiBold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Atharava Pawar</cp:lastModifiedBy>
  <cp:revision>1</cp:revision>
  <dcterms:modified xsi:type="dcterms:W3CDTF">2026-08-28T19:50:52Z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