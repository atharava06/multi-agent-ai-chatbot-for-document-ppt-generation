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2.svg" ContentType="image/svg+xml"/>
  <Override PartName="/ppt/media/image4.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26"/>
  </p:notesMasterIdLst>
  <p:handoutMasterIdLst>
    <p:handoutMasterId r:id="rId27"/>
  </p:handoutMasterIdLst>
  <p:sldIdLst>
    <p:sldId id="400" r:id="rId5"/>
    <p:sldId id="385" r:id="rId6"/>
    <p:sldId id="378" r:id="rId7"/>
    <p:sldId id="386" r:id="rId8"/>
    <p:sldId id="387" r:id="rId9"/>
    <p:sldId id="405" r:id="rId10"/>
    <p:sldId id="401" r:id="rId11"/>
    <p:sldId id="389" r:id="rId12"/>
    <p:sldId id="406" r:id="rId13"/>
    <p:sldId id="390" r:id="rId14"/>
    <p:sldId id="395" r:id="rId15"/>
    <p:sldId id="407" r:id="rId16"/>
    <p:sldId id="391" r:id="rId17"/>
    <p:sldId id="371" r:id="rId18"/>
    <p:sldId id="408" r:id="rId19"/>
    <p:sldId id="404" r:id="rId20"/>
    <p:sldId id="392" r:id="rId21"/>
    <p:sldId id="409" r:id="rId22"/>
    <p:sldId id="403" r:id="rId23"/>
    <p:sldId id="397" r:id="rId24"/>
    <p:sldId id="346" r:id="rId25"/>
    <p:sldId id="410" r:id="rId35"/>
    <p:sldId id="411" r:id="rId36"/>
    <p:sldId id="412" r:id="rId37"/>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8107F-36A8-A8D9-A450-80D0C4109E52}" v="2" dt="2025-03-13T11:58:19.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62" y="2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tags" Target="tags/tag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Cranny" userId="S::mijames@microsoft.com::1f2d3b60-5574-4909-bdf4-5617a7f7f73a" providerId="AD" clId="Web-{2FB8107F-36A8-A8D9-A450-80D0C4109E52}"/>
    <pc:docChg chg="addSld delSld">
      <pc:chgData name="Michelle Cranny" userId="S::mijames@microsoft.com::1f2d3b60-5574-4909-bdf4-5617a7f7f73a" providerId="AD" clId="Web-{2FB8107F-36A8-A8D9-A450-80D0C4109E52}" dt="2025-03-13T11:58:19.532" v="1"/>
      <pc:docMkLst>
        <pc:docMk/>
      </pc:docMkLst>
      <pc:sldChg chg="new del">
        <pc:chgData name="Michelle Cranny" userId="S::mijames@microsoft.com::1f2d3b60-5574-4909-bdf4-5617a7f7f73a" providerId="AD" clId="Web-{2FB8107F-36A8-A8D9-A450-80D0C4109E52}" dt="2025-03-13T11:58:19.532" v="1"/>
        <pc:sldMkLst>
          <pc:docMk/>
          <pc:sldMk cId="838637727" sldId="4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3/15/2025</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3/15/2025</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1.png"/><Relationship Id="rId6"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1.png"/><Relationship Id="rId7"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1.png"/><Relationship Id="rId7"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image" Target="../media/image13.svg"/><Relationship Id="rId12" Type="http://schemas.openxmlformats.org/officeDocument/2006/relationships/image" Target="../media/image14.png"/><Relationship Id="rId13" Type="http://schemas.openxmlformats.org/officeDocument/2006/relationships/image" Target="../media/image15.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16.svg"/><Relationship Id="rId6" Type="http://schemas.openxmlformats.org/officeDocument/2006/relationships/image" Target="../media/image5.png"/><Relationship Id="rId7"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3/15/2025</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6"/>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3/15/2025</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3/15/2025</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3/15/2025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3/15/2025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3/15/2025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3/15/2025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8" y="469911"/>
            <a:ext cx="6027061" cy="3626477"/>
          </a:xfrm>
        </p:spPr>
        <p:txBody>
          <a:bodyPr anchor="b" anchorCtr="0"/>
          <a:lstStyle/>
          <a:p>
            <a:r>
              <a:rPr lang="en-US" altLang="zh-CN"/>
              <a:t>Sales Strategy</a:t>
            </a:r>
            <a:endParaRPr lang="zh-CN" altLang="en-US"/>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8" y="4284643"/>
            <a:ext cx="6027061" cy="1245913"/>
          </a:xfrm>
        </p:spPr>
        <p:txBody>
          <a:bodyPr/>
          <a:lstStyle/>
          <a:p>
            <a:r>
              <a:rPr lang="en-US" altLang="zh-CN"/>
              <a:t>Strategies for Growth and Innovation</a:t>
            </a:r>
            <a:endParaRPr lang="zh-CN" altLang="en-US"/>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660399" y="5823597"/>
            <a:ext cx="2398389" cy="239712"/>
          </a:xfrm>
        </p:spPr>
        <p:txBody>
          <a:bodyPr/>
          <a:lstStyle/>
          <a:p>
            <a:r>
              <a:rPr lang="en-US" altLang="zh-CN"/>
              <a:t>Presenter Name</a:t>
            </a:r>
          </a:p>
        </p:txBody>
      </p:sp>
    </p:spTree>
    <p:extLst>
      <p:ext uri="{BB962C8B-B14F-4D97-AF65-F5344CB8AC3E}">
        <p14:creationId xmlns:p14="http://schemas.microsoft.com/office/powerpoint/2010/main" val="381741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7C3B-7E49-F26F-E1F2-A7CA83AC8ECA}"/>
              </a:ext>
            </a:extLst>
          </p:cNvPr>
          <p:cNvSpPr>
            <a:spLocks noGrp="1"/>
          </p:cNvSpPr>
          <p:nvPr>
            <p:ph type="title"/>
          </p:nvPr>
        </p:nvSpPr>
        <p:spPr>
          <a:xfrm>
            <a:off x="476655" y="1268411"/>
            <a:ext cx="3469871" cy="4321175"/>
          </a:xfrm>
        </p:spPr>
        <p:txBody>
          <a:bodyPr>
            <a:noAutofit/>
          </a:bodyPr>
          <a:lstStyle/>
          <a:p>
            <a:r>
              <a:rPr lang="en-US"/>
              <a:t>Agenda</a:t>
            </a:r>
          </a:p>
        </p:txBody>
      </p:sp>
      <p:sp>
        <p:nvSpPr>
          <p:cNvPr id="4" name="Text Placeholder 3">
            <a:extLst>
              <a:ext uri="{FF2B5EF4-FFF2-40B4-BE49-F238E27FC236}">
                <a16:creationId xmlns:a16="http://schemas.microsoft.com/office/drawing/2014/main" id="{D48A5A45-AFBE-3A16-2E3E-58EA52A85776}"/>
              </a:ext>
              <a:ext uri="{C183D7F6-B498-43B3-948B-1728B52AA6E4}">
                <adec:decorative xmlns:adec="http://schemas.microsoft.com/office/drawing/2017/decorative" val="0"/>
              </a:ext>
            </a:extLst>
          </p:cNvPr>
          <p:cNvSpPr>
            <a:spLocks noGrp="1"/>
          </p:cNvSpPr>
          <p:nvPr>
            <p:ph type="body" sz="quarter" idx="14"/>
          </p:nvPr>
        </p:nvSpPr>
        <p:spPr>
          <a:xfrm>
            <a:off x="4346284" y="1328278"/>
            <a:ext cx="371648" cy="578404"/>
          </a:xfrm>
        </p:spPr>
        <p:txBody>
          <a:bodyPr>
            <a:noAutofit/>
          </a:bodyPr>
          <a:lstStyle/>
          <a:p>
            <a:r>
              <a:rPr lang="en-US"/>
              <a:t>01</a:t>
            </a:r>
          </a:p>
        </p:txBody>
      </p:sp>
      <p:sp>
        <p:nvSpPr>
          <p:cNvPr id="3" name="Text Placeholder 2">
            <a:extLst>
              <a:ext uri="{FF2B5EF4-FFF2-40B4-BE49-F238E27FC236}">
                <a16:creationId xmlns:a16="http://schemas.microsoft.com/office/drawing/2014/main" id="{504C2092-72E6-A163-CAB8-1DB401E62864}"/>
              </a:ext>
            </a:extLst>
          </p:cNvPr>
          <p:cNvSpPr>
            <a:spLocks noGrp="1"/>
          </p:cNvSpPr>
          <p:nvPr>
            <p:ph type="body" sz="quarter" idx="13"/>
          </p:nvPr>
        </p:nvSpPr>
        <p:spPr>
          <a:xfrm>
            <a:off x="4801979" y="1328279"/>
            <a:ext cx="2569464" cy="578404"/>
          </a:xfrm>
        </p:spPr>
        <p:txBody>
          <a:bodyPr>
            <a:noAutofit/>
          </a:bodyPr>
          <a:lstStyle/>
          <a:p>
            <a:r>
              <a:rPr lang="en-US" altLang="zh-CN"/>
              <a:t>Sales Strategy Introduction</a:t>
            </a:r>
            <a:endParaRPr lang="zh-CN" altLang="en-US"/>
          </a:p>
        </p:txBody>
      </p:sp>
      <p:sp>
        <p:nvSpPr>
          <p:cNvPr id="6" name="Text Placeholder 5">
            <a:extLst>
              <a:ext uri="{FF2B5EF4-FFF2-40B4-BE49-F238E27FC236}">
                <a16:creationId xmlns:a16="http://schemas.microsoft.com/office/drawing/2014/main" id="{59654B4B-D9B5-C194-0498-FD5FE0546F48}"/>
              </a:ext>
              <a:ext uri="{C183D7F6-B498-43B3-948B-1728B52AA6E4}">
                <adec:decorative xmlns:adec="http://schemas.microsoft.com/office/drawing/2017/decorative" val="0"/>
              </a:ext>
            </a:extLst>
          </p:cNvPr>
          <p:cNvSpPr>
            <a:spLocks noGrp="1"/>
          </p:cNvSpPr>
          <p:nvPr>
            <p:ph type="body" sz="quarter" idx="16"/>
          </p:nvPr>
        </p:nvSpPr>
        <p:spPr>
          <a:xfrm>
            <a:off x="4346284" y="3143501"/>
            <a:ext cx="371648" cy="578404"/>
          </a:xfrm>
        </p:spPr>
        <p:txBody>
          <a:bodyPr>
            <a:noAutofit/>
          </a:bodyPr>
          <a:lstStyle/>
          <a:p>
            <a:r>
              <a:rPr lang="en-US"/>
              <a:t>02</a:t>
            </a:r>
          </a:p>
        </p:txBody>
      </p:sp>
      <p:sp>
        <p:nvSpPr>
          <p:cNvPr id="5" name="Text Placeholder 4">
            <a:extLst>
              <a:ext uri="{FF2B5EF4-FFF2-40B4-BE49-F238E27FC236}">
                <a16:creationId xmlns:a16="http://schemas.microsoft.com/office/drawing/2014/main" id="{71E76FE0-695C-8726-F2A8-31D22D23447E}"/>
              </a:ext>
            </a:extLst>
          </p:cNvPr>
          <p:cNvSpPr>
            <a:spLocks noGrp="1"/>
          </p:cNvSpPr>
          <p:nvPr>
            <p:ph type="body" sz="quarter" idx="15"/>
          </p:nvPr>
        </p:nvSpPr>
        <p:spPr>
          <a:xfrm>
            <a:off x="4801979" y="3143502"/>
            <a:ext cx="2569464" cy="578404"/>
          </a:xfrm>
        </p:spPr>
        <p:txBody>
          <a:bodyPr>
            <a:noAutofit/>
          </a:bodyPr>
          <a:lstStyle/>
          <a:p>
            <a:r>
              <a:rPr lang="en-US" altLang="zh-CN"/>
              <a:t>Market Analysis</a:t>
            </a:r>
            <a:endParaRPr lang="zh-CN" altLang="en-US"/>
          </a:p>
        </p:txBody>
      </p:sp>
      <p:sp>
        <p:nvSpPr>
          <p:cNvPr id="8" name="Text Placeholder 7">
            <a:extLst>
              <a:ext uri="{FF2B5EF4-FFF2-40B4-BE49-F238E27FC236}">
                <a16:creationId xmlns:a16="http://schemas.microsoft.com/office/drawing/2014/main" id="{5BE57C0A-167A-C002-103B-59B2C89097C6}"/>
              </a:ext>
              <a:ext uri="{C183D7F6-B498-43B3-948B-1728B52AA6E4}">
                <adec:decorative xmlns:adec="http://schemas.microsoft.com/office/drawing/2017/decorative" val="0"/>
              </a:ext>
            </a:extLst>
          </p:cNvPr>
          <p:cNvSpPr>
            <a:spLocks noGrp="1"/>
          </p:cNvSpPr>
          <p:nvPr>
            <p:ph type="body" sz="quarter" idx="18"/>
          </p:nvPr>
        </p:nvSpPr>
        <p:spPr>
          <a:xfrm>
            <a:off x="4355573" y="4958724"/>
            <a:ext cx="371648" cy="578404"/>
          </a:xfrm>
        </p:spPr>
        <p:txBody>
          <a:bodyPr>
            <a:noAutofit/>
          </a:bodyPr>
          <a:lstStyle/>
          <a:p>
            <a:r>
              <a:rPr lang="en-US"/>
              <a:t>03</a:t>
            </a:r>
          </a:p>
        </p:txBody>
      </p:sp>
      <p:sp>
        <p:nvSpPr>
          <p:cNvPr id="7" name="Text Placeholder 6">
            <a:extLst>
              <a:ext uri="{FF2B5EF4-FFF2-40B4-BE49-F238E27FC236}">
                <a16:creationId xmlns:a16="http://schemas.microsoft.com/office/drawing/2014/main" id="{5034EC10-1F37-29E2-99CB-AF4159A801AF}"/>
              </a:ext>
            </a:extLst>
          </p:cNvPr>
          <p:cNvSpPr>
            <a:spLocks noGrp="1"/>
          </p:cNvSpPr>
          <p:nvPr>
            <p:ph type="body" sz="quarter" idx="17"/>
          </p:nvPr>
        </p:nvSpPr>
        <p:spPr>
          <a:xfrm>
            <a:off x="4811268" y="4958725"/>
            <a:ext cx="2569464" cy="578404"/>
          </a:xfrm>
        </p:spPr>
        <p:txBody>
          <a:bodyPr>
            <a:noAutofit/>
          </a:bodyPr>
          <a:lstStyle/>
          <a:p>
            <a:pPr lvl="0"/>
            <a:r>
              <a:rPr lang="en-US" altLang="zh-CN"/>
              <a:t>Competitive Advantages</a:t>
            </a:r>
            <a:endParaRPr lang="zh-CN" altLang="en-US"/>
          </a:p>
        </p:txBody>
      </p:sp>
      <p:sp>
        <p:nvSpPr>
          <p:cNvPr id="10" name="Text Placeholder 9">
            <a:extLst>
              <a:ext uri="{FF2B5EF4-FFF2-40B4-BE49-F238E27FC236}">
                <a16:creationId xmlns:a16="http://schemas.microsoft.com/office/drawing/2014/main" id="{9B0B7D44-B363-E5AA-D6EA-8CC27D6AA124}"/>
              </a:ext>
              <a:ext uri="{C183D7F6-B498-43B3-948B-1728B52AA6E4}">
                <adec:decorative xmlns:adec="http://schemas.microsoft.com/office/drawing/2017/decorative" val="0"/>
              </a:ext>
            </a:extLst>
          </p:cNvPr>
          <p:cNvSpPr>
            <a:spLocks noGrp="1"/>
          </p:cNvSpPr>
          <p:nvPr>
            <p:ph type="body" sz="quarter" idx="20"/>
          </p:nvPr>
        </p:nvSpPr>
        <p:spPr>
          <a:xfrm>
            <a:off x="8029989" y="1328277"/>
            <a:ext cx="371648" cy="578404"/>
          </a:xfrm>
        </p:spPr>
        <p:txBody>
          <a:bodyPr>
            <a:noAutofit/>
          </a:bodyPr>
          <a:lstStyle/>
          <a:p>
            <a:r>
              <a:rPr lang="en-US"/>
              <a:t>04</a:t>
            </a:r>
          </a:p>
        </p:txBody>
      </p:sp>
      <p:sp>
        <p:nvSpPr>
          <p:cNvPr id="9" name="Text Placeholder 8">
            <a:extLst>
              <a:ext uri="{FF2B5EF4-FFF2-40B4-BE49-F238E27FC236}">
                <a16:creationId xmlns:a16="http://schemas.microsoft.com/office/drawing/2014/main" id="{7E316B1A-9C9D-BB47-F905-68983643D365}"/>
              </a:ext>
            </a:extLst>
          </p:cNvPr>
          <p:cNvSpPr>
            <a:spLocks noGrp="1"/>
          </p:cNvSpPr>
          <p:nvPr>
            <p:ph type="body" sz="quarter" idx="19"/>
          </p:nvPr>
        </p:nvSpPr>
        <p:spPr>
          <a:xfrm>
            <a:off x="8485684" y="1328278"/>
            <a:ext cx="2569464" cy="578404"/>
          </a:xfrm>
        </p:spPr>
        <p:txBody>
          <a:bodyPr>
            <a:noAutofit/>
          </a:bodyPr>
          <a:lstStyle/>
          <a:p>
            <a:pPr lvl="0"/>
            <a:r>
              <a:rPr lang="en-US" altLang="zh-CN"/>
              <a:t>Pricing Strategies</a:t>
            </a:r>
            <a:endParaRPr lang="zh-CN" altLang="en-US"/>
          </a:p>
        </p:txBody>
      </p:sp>
      <p:sp>
        <p:nvSpPr>
          <p:cNvPr id="12" name="Text Placeholder 11">
            <a:extLst>
              <a:ext uri="{FF2B5EF4-FFF2-40B4-BE49-F238E27FC236}">
                <a16:creationId xmlns:a16="http://schemas.microsoft.com/office/drawing/2014/main" id="{396B43DD-7017-30BE-5702-84DC55F4CB98}"/>
              </a:ext>
              <a:ext uri="{C183D7F6-B498-43B3-948B-1728B52AA6E4}">
                <adec:decorative xmlns:adec="http://schemas.microsoft.com/office/drawing/2017/decorative" val="0"/>
              </a:ext>
            </a:extLst>
          </p:cNvPr>
          <p:cNvSpPr>
            <a:spLocks noGrp="1"/>
          </p:cNvSpPr>
          <p:nvPr>
            <p:ph type="body" sz="quarter" idx="22"/>
          </p:nvPr>
        </p:nvSpPr>
        <p:spPr>
          <a:xfrm>
            <a:off x="8029989" y="3143500"/>
            <a:ext cx="371648" cy="578404"/>
          </a:xfrm>
        </p:spPr>
        <p:txBody>
          <a:bodyPr>
            <a:noAutofit/>
          </a:bodyPr>
          <a:lstStyle/>
          <a:p>
            <a:r>
              <a:rPr lang="en-US"/>
              <a:t>05</a:t>
            </a:r>
          </a:p>
        </p:txBody>
      </p:sp>
      <p:sp>
        <p:nvSpPr>
          <p:cNvPr id="11" name="Text Placeholder 10">
            <a:extLst>
              <a:ext uri="{FF2B5EF4-FFF2-40B4-BE49-F238E27FC236}">
                <a16:creationId xmlns:a16="http://schemas.microsoft.com/office/drawing/2014/main" id="{CEBBA328-93D2-C205-3EC6-4298FFC911DB}"/>
              </a:ext>
            </a:extLst>
          </p:cNvPr>
          <p:cNvSpPr>
            <a:spLocks noGrp="1"/>
          </p:cNvSpPr>
          <p:nvPr>
            <p:ph type="body" sz="quarter" idx="21"/>
          </p:nvPr>
        </p:nvSpPr>
        <p:spPr>
          <a:xfrm>
            <a:off x="8485684" y="3143501"/>
            <a:ext cx="2569464" cy="578404"/>
          </a:xfrm>
        </p:spPr>
        <p:txBody>
          <a:bodyPr>
            <a:noAutofit/>
          </a:bodyPr>
          <a:lstStyle/>
          <a:p>
            <a:pPr lvl="0"/>
            <a:r>
              <a:rPr lang="en-US" altLang="zh-CN"/>
              <a:t>Sales Channels</a:t>
            </a:r>
            <a:endParaRPr lang="zh-CN" altLang="en-US"/>
          </a:p>
        </p:txBody>
      </p:sp>
      <p:sp>
        <p:nvSpPr>
          <p:cNvPr id="14" name="Text Placeholder 13">
            <a:extLst>
              <a:ext uri="{FF2B5EF4-FFF2-40B4-BE49-F238E27FC236}">
                <a16:creationId xmlns:a16="http://schemas.microsoft.com/office/drawing/2014/main" id="{8F9AC92F-65E0-79C9-EA74-2DA9AAADDE5A}"/>
              </a:ext>
              <a:ext uri="{C183D7F6-B498-43B3-948B-1728B52AA6E4}">
                <adec:decorative xmlns:adec="http://schemas.microsoft.com/office/drawing/2017/decorative" val="0"/>
              </a:ext>
            </a:extLst>
          </p:cNvPr>
          <p:cNvSpPr>
            <a:spLocks noGrp="1"/>
          </p:cNvSpPr>
          <p:nvPr>
            <p:ph type="body" sz="quarter" idx="24"/>
          </p:nvPr>
        </p:nvSpPr>
        <p:spPr>
          <a:xfrm>
            <a:off x="8029989" y="4958723"/>
            <a:ext cx="371648" cy="578404"/>
          </a:xfrm>
        </p:spPr>
        <p:txBody>
          <a:bodyPr>
            <a:noAutofit/>
          </a:bodyPr>
          <a:lstStyle/>
          <a:p>
            <a:r>
              <a:rPr lang="en-US"/>
              <a:t>06</a:t>
            </a:r>
          </a:p>
        </p:txBody>
      </p:sp>
      <p:sp>
        <p:nvSpPr>
          <p:cNvPr id="13" name="Text Placeholder 12">
            <a:extLst>
              <a:ext uri="{FF2B5EF4-FFF2-40B4-BE49-F238E27FC236}">
                <a16:creationId xmlns:a16="http://schemas.microsoft.com/office/drawing/2014/main" id="{8B75053E-B1AF-CADE-A7CE-4ADA9CAE111A}"/>
              </a:ext>
            </a:extLst>
          </p:cNvPr>
          <p:cNvSpPr>
            <a:spLocks noGrp="1"/>
          </p:cNvSpPr>
          <p:nvPr>
            <p:ph type="body" sz="quarter" idx="23"/>
          </p:nvPr>
        </p:nvSpPr>
        <p:spPr>
          <a:xfrm>
            <a:off x="8485684" y="4958724"/>
            <a:ext cx="2569464" cy="578404"/>
          </a:xfrm>
        </p:spPr>
        <p:txBody>
          <a:bodyPr>
            <a:noAutofit/>
          </a:bodyPr>
          <a:lstStyle/>
          <a:p>
            <a:r>
              <a:rPr lang="en-US" altLang="zh-CN"/>
              <a:t>Implementation Plan</a:t>
            </a:r>
            <a:endParaRPr lang="zh-CN" altLang="en-US"/>
          </a:p>
        </p:txBody>
      </p:sp>
    </p:spTree>
    <p:extLst>
      <p:ext uri="{BB962C8B-B14F-4D97-AF65-F5344CB8AC3E}">
        <p14:creationId xmlns:p14="http://schemas.microsoft.com/office/powerpoint/2010/main" val="300161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C8E6-8C13-F6E9-CEAD-1462C5DD0984}"/>
              </a:ext>
            </a:extLst>
          </p:cNvPr>
          <p:cNvSpPr>
            <a:spLocks noGrp="1"/>
          </p:cNvSpPr>
          <p:nvPr>
            <p:ph type="ctrTitle"/>
          </p:nvPr>
        </p:nvSpPr>
        <p:spPr>
          <a:xfrm>
            <a:off x="838200" y="1143000"/>
            <a:ext cx="7315200" cy="4572000"/>
          </a:xfrm>
        </p:spPr>
        <p:txBody>
          <a:bodyPr>
            <a:noAutofit/>
          </a:bodyPr>
          <a:lstStyle/>
          <a:p>
            <a:r>
              <a:rPr lang="en-US" altLang="zh-CN"/>
              <a:t>Sales Strategy Introduction</a:t>
            </a:r>
            <a:endParaRPr lang="zh-CN" altLang="en-US"/>
          </a:p>
        </p:txBody>
      </p:sp>
    </p:spTree>
    <p:extLst>
      <p:ext uri="{BB962C8B-B14F-4D97-AF65-F5344CB8AC3E}">
        <p14:creationId xmlns:p14="http://schemas.microsoft.com/office/powerpoint/2010/main" val="143346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13D1-F56F-897A-84BC-0C5F4706DF55}"/>
              </a:ext>
            </a:extLst>
          </p:cNvPr>
          <p:cNvSpPr>
            <a:spLocks noGrp="1"/>
          </p:cNvSpPr>
          <p:nvPr>
            <p:ph type="title"/>
          </p:nvPr>
        </p:nvSpPr>
        <p:spPr>
          <a:xfrm>
            <a:off x="467360" y="619059"/>
            <a:ext cx="3759200" cy="5594705"/>
          </a:xfrm>
        </p:spPr>
        <p:txBody>
          <a:bodyPr>
            <a:noAutofit/>
          </a:bodyPr>
          <a:lstStyle/>
          <a:p>
            <a:r>
              <a:rPr lang="en-US" altLang="zh-CN" noProof="0"/>
              <a:t>Overview</a:t>
            </a:r>
            <a:endParaRPr lang="en-US"/>
          </a:p>
        </p:txBody>
      </p:sp>
      <p:sp>
        <p:nvSpPr>
          <p:cNvPr id="3" name="Text Placeholder 2">
            <a:extLst>
              <a:ext uri="{FF2B5EF4-FFF2-40B4-BE49-F238E27FC236}">
                <a16:creationId xmlns:a16="http://schemas.microsoft.com/office/drawing/2014/main" id="{51467A11-8E1E-39FB-B24A-9E3079E9C59C}"/>
              </a:ext>
            </a:extLst>
          </p:cNvPr>
          <p:cNvSpPr>
            <a:spLocks noGrp="1"/>
          </p:cNvSpPr>
          <p:nvPr>
            <p:ph type="body" sz="quarter" idx="13"/>
          </p:nvPr>
        </p:nvSpPr>
        <p:spPr>
          <a:xfrm>
            <a:off x="4754564" y="619059"/>
            <a:ext cx="6148387" cy="619136"/>
          </a:xfrm>
        </p:spPr>
        <p:txBody>
          <a:bodyPr anchor="b" anchorCtr="0">
            <a:noAutofit/>
          </a:bodyPr>
          <a:lstStyle/>
          <a:p>
            <a:r>
              <a:rPr lang="en-US" altLang="zh-CN"/>
              <a:t>Item title</a:t>
            </a:r>
          </a:p>
        </p:txBody>
      </p:sp>
      <p:sp>
        <p:nvSpPr>
          <p:cNvPr id="4" name="Text Placeholder 3">
            <a:extLst>
              <a:ext uri="{FF2B5EF4-FFF2-40B4-BE49-F238E27FC236}">
                <a16:creationId xmlns:a16="http://schemas.microsoft.com/office/drawing/2014/main" id="{162354ED-B3DD-E542-B1A0-8DC5E5E667E2}"/>
              </a:ext>
            </a:extLst>
          </p:cNvPr>
          <p:cNvSpPr>
            <a:spLocks noGrp="1"/>
          </p:cNvSpPr>
          <p:nvPr>
            <p:ph type="body" sz="quarter" idx="14"/>
          </p:nvPr>
        </p:nvSpPr>
        <p:spPr>
          <a:xfrm>
            <a:off x="4754563" y="1408490"/>
            <a:ext cx="6148387" cy="466492"/>
          </a:xfrm>
        </p:spPr>
        <p:txBody>
          <a:bodyPr>
            <a:noAutofit/>
          </a:bodyPr>
          <a:lstStyle/>
          <a:p>
            <a:r>
              <a:rPr lang="en-US" altLang="zh-CN"/>
              <a:t>Provide a detailed subitem that explains its focus and purpose clearly, offering concise insights.</a:t>
            </a:r>
            <a:endParaRPr lang="zh-CN" altLang="en-US"/>
          </a:p>
        </p:txBody>
      </p:sp>
      <p:sp>
        <p:nvSpPr>
          <p:cNvPr id="5" name="Text Placeholder 4">
            <a:extLst>
              <a:ext uri="{FF2B5EF4-FFF2-40B4-BE49-F238E27FC236}">
                <a16:creationId xmlns:a16="http://schemas.microsoft.com/office/drawing/2014/main" id="{E74D870C-5996-AAD8-507C-59A75EF78716}"/>
              </a:ext>
            </a:extLst>
          </p:cNvPr>
          <p:cNvSpPr>
            <a:spLocks noGrp="1"/>
          </p:cNvSpPr>
          <p:nvPr>
            <p:ph type="body" sz="quarter" idx="28"/>
          </p:nvPr>
        </p:nvSpPr>
        <p:spPr>
          <a:xfrm>
            <a:off x="4754564" y="2698273"/>
            <a:ext cx="6148387" cy="619136"/>
          </a:xfrm>
        </p:spPr>
        <p:txBody>
          <a:bodyPr anchor="b" anchorCtr="0">
            <a:noAutofit/>
          </a:bodyPr>
          <a:lstStyle/>
          <a:p>
            <a:r>
              <a:rPr lang="en-US" altLang="zh-CN"/>
              <a:t>Item title</a:t>
            </a:r>
          </a:p>
        </p:txBody>
      </p:sp>
      <p:sp>
        <p:nvSpPr>
          <p:cNvPr id="6" name="Text Placeholder 5">
            <a:extLst>
              <a:ext uri="{FF2B5EF4-FFF2-40B4-BE49-F238E27FC236}">
                <a16:creationId xmlns:a16="http://schemas.microsoft.com/office/drawing/2014/main" id="{ACC51B8F-2151-2EE4-C1A0-9D215C5258A6}"/>
              </a:ext>
            </a:extLst>
          </p:cNvPr>
          <p:cNvSpPr>
            <a:spLocks noGrp="1"/>
          </p:cNvSpPr>
          <p:nvPr>
            <p:ph type="body" sz="quarter" idx="29"/>
          </p:nvPr>
        </p:nvSpPr>
        <p:spPr>
          <a:xfrm>
            <a:off x="4754563" y="3487704"/>
            <a:ext cx="6148387" cy="466492"/>
          </a:xfrm>
        </p:spPr>
        <p:txBody>
          <a:bodyPr>
            <a:noAutofit/>
          </a:bodyPr>
          <a:lstStyle/>
          <a:p>
            <a:r>
              <a:rPr lang="en-US" altLang="zh-CN"/>
              <a:t>Provide a detailed subitem that explains its focus and purpose clearly, offering concise insights.</a:t>
            </a:r>
            <a:endParaRPr lang="zh-CN" altLang="en-US"/>
          </a:p>
        </p:txBody>
      </p:sp>
      <p:sp>
        <p:nvSpPr>
          <p:cNvPr id="7" name="Text Placeholder 6">
            <a:extLst>
              <a:ext uri="{FF2B5EF4-FFF2-40B4-BE49-F238E27FC236}">
                <a16:creationId xmlns:a16="http://schemas.microsoft.com/office/drawing/2014/main" id="{81F198AD-AF34-EE7E-E092-7BE369777F01}"/>
              </a:ext>
            </a:extLst>
          </p:cNvPr>
          <p:cNvSpPr>
            <a:spLocks noGrp="1"/>
          </p:cNvSpPr>
          <p:nvPr>
            <p:ph type="body" sz="quarter" idx="30"/>
          </p:nvPr>
        </p:nvSpPr>
        <p:spPr>
          <a:xfrm>
            <a:off x="4754564" y="4777487"/>
            <a:ext cx="6148387" cy="619136"/>
          </a:xfrm>
        </p:spPr>
        <p:txBody>
          <a:bodyPr anchor="b" anchorCtr="0">
            <a:noAutofit/>
          </a:bodyPr>
          <a:lstStyle/>
          <a:p>
            <a:r>
              <a:rPr lang="en-US" altLang="zh-CN"/>
              <a:t>Item title</a:t>
            </a:r>
          </a:p>
        </p:txBody>
      </p:sp>
      <p:sp>
        <p:nvSpPr>
          <p:cNvPr id="8" name="Text Placeholder 7">
            <a:extLst>
              <a:ext uri="{FF2B5EF4-FFF2-40B4-BE49-F238E27FC236}">
                <a16:creationId xmlns:a16="http://schemas.microsoft.com/office/drawing/2014/main" id="{52C2E14A-00EC-B6D1-3FF2-145648989B6E}"/>
              </a:ext>
            </a:extLst>
          </p:cNvPr>
          <p:cNvSpPr>
            <a:spLocks noGrp="1"/>
          </p:cNvSpPr>
          <p:nvPr>
            <p:ph type="body" sz="quarter" idx="31"/>
          </p:nvPr>
        </p:nvSpPr>
        <p:spPr>
          <a:xfrm>
            <a:off x="4754563" y="5566918"/>
            <a:ext cx="6148387" cy="466492"/>
          </a:xfrm>
        </p:spPr>
        <p:txBody>
          <a:bodyPr>
            <a:noAutofit/>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244138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2612-D981-C006-C296-E90DECF099C0}"/>
              </a:ext>
            </a:extLst>
          </p:cNvPr>
          <p:cNvSpPr>
            <a:spLocks noGrp="1"/>
          </p:cNvSpPr>
          <p:nvPr>
            <p:ph type="title"/>
          </p:nvPr>
        </p:nvSpPr>
        <p:spPr>
          <a:xfrm>
            <a:off x="358198" y="500240"/>
            <a:ext cx="11475604" cy="1073476"/>
          </a:xfrm>
        </p:spPr>
        <p:txBody>
          <a:bodyPr/>
          <a:lstStyle/>
          <a:p>
            <a:r>
              <a:rPr lang="en-US" altLang="zh-CN" noProof="0"/>
              <a:t>Objectives</a:t>
            </a:r>
            <a:endParaRPr lang="zh-CN" altLang="en-US"/>
          </a:p>
        </p:txBody>
      </p:sp>
      <p:sp>
        <p:nvSpPr>
          <p:cNvPr id="3" name="Content Placeholder 2">
            <a:extLst>
              <a:ext uri="{FF2B5EF4-FFF2-40B4-BE49-F238E27FC236}">
                <a16:creationId xmlns:a16="http://schemas.microsoft.com/office/drawing/2014/main" id="{AF609BB8-B809-1F20-CC4F-E1E1B1600EC7}"/>
              </a:ext>
            </a:extLst>
          </p:cNvPr>
          <p:cNvSpPr>
            <a:spLocks noGrp="1"/>
          </p:cNvSpPr>
          <p:nvPr>
            <p:ph type="body" sz="quarter" idx="13"/>
          </p:nvPr>
        </p:nvSpPr>
        <p:spPr>
          <a:xfrm>
            <a:off x="2782115" y="1796213"/>
            <a:ext cx="2624626"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2C3E6FFB-9EFD-AE73-8825-6FE40FD44D17}"/>
              </a:ext>
            </a:extLst>
          </p:cNvPr>
          <p:cNvSpPr>
            <a:spLocks noGrp="1"/>
          </p:cNvSpPr>
          <p:nvPr>
            <p:ph type="body" sz="quarter" idx="14"/>
          </p:nvPr>
        </p:nvSpPr>
        <p:spPr>
          <a:xfrm>
            <a:off x="2782114" y="2585644"/>
            <a:ext cx="2624626" cy="466492"/>
          </a:xfrm>
        </p:spPr>
        <p:txBody>
          <a:bodyPr/>
          <a:lstStyle/>
          <a:p>
            <a:r>
              <a:rPr lang="en-US" altLang="zh-CN"/>
              <a:t>Add a brief subitem here.</a:t>
            </a:r>
            <a:endParaRPr lang="zh-CN" altLang="en-US"/>
          </a:p>
          <a:p>
            <a:endParaRPr lang="zh-CN" altLang="en-US"/>
          </a:p>
        </p:txBody>
      </p:sp>
      <p:sp>
        <p:nvSpPr>
          <p:cNvPr id="7" name="Content Placeholder 6">
            <a:extLst>
              <a:ext uri="{FF2B5EF4-FFF2-40B4-BE49-F238E27FC236}">
                <a16:creationId xmlns:a16="http://schemas.microsoft.com/office/drawing/2014/main" id="{4F1C2945-8D98-1B99-2508-33746008485C}"/>
              </a:ext>
            </a:extLst>
          </p:cNvPr>
          <p:cNvSpPr>
            <a:spLocks noGrp="1"/>
          </p:cNvSpPr>
          <p:nvPr>
            <p:ph type="body" sz="quarter" idx="21"/>
          </p:nvPr>
        </p:nvSpPr>
        <p:spPr>
          <a:xfrm>
            <a:off x="6766042" y="1796213"/>
            <a:ext cx="2624626"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4E95367A-F68E-1D85-A34A-8AFC5D7C4DC7}"/>
              </a:ext>
            </a:extLst>
          </p:cNvPr>
          <p:cNvSpPr>
            <a:spLocks noGrp="1"/>
          </p:cNvSpPr>
          <p:nvPr>
            <p:ph type="body" sz="quarter" idx="22"/>
          </p:nvPr>
        </p:nvSpPr>
        <p:spPr>
          <a:xfrm>
            <a:off x="6766041" y="2585644"/>
            <a:ext cx="2624626" cy="466492"/>
          </a:xfrm>
        </p:spPr>
        <p:txBody>
          <a:bodyPr/>
          <a:lstStyle/>
          <a:p>
            <a:r>
              <a:rPr lang="en-US" altLang="zh-CN"/>
              <a:t>Add a brief subitem here.</a:t>
            </a:r>
            <a:endParaRPr lang="zh-CN" altLang="en-US"/>
          </a:p>
        </p:txBody>
      </p:sp>
      <p:sp>
        <p:nvSpPr>
          <p:cNvPr id="11" name="Content Placeholder 10">
            <a:extLst>
              <a:ext uri="{FF2B5EF4-FFF2-40B4-BE49-F238E27FC236}">
                <a16:creationId xmlns:a16="http://schemas.microsoft.com/office/drawing/2014/main" id="{0BAAE542-FC20-E92C-C65B-4C0B1DEDB647}"/>
              </a:ext>
            </a:extLst>
          </p:cNvPr>
          <p:cNvSpPr>
            <a:spLocks noGrp="1"/>
          </p:cNvSpPr>
          <p:nvPr>
            <p:ph type="body" sz="quarter" idx="23"/>
          </p:nvPr>
        </p:nvSpPr>
        <p:spPr>
          <a:xfrm>
            <a:off x="2782114" y="3344212"/>
            <a:ext cx="2624626" cy="619136"/>
          </a:xfrm>
        </p:spPr>
        <p:txBody>
          <a:bodyPr/>
          <a:lstStyle/>
          <a:p>
            <a:r>
              <a:rPr lang="en-US" altLang="zh-CN"/>
              <a:t>Item title</a:t>
            </a:r>
          </a:p>
        </p:txBody>
      </p:sp>
      <p:sp>
        <p:nvSpPr>
          <p:cNvPr id="12" name="Content Placeholder 11">
            <a:extLst>
              <a:ext uri="{FF2B5EF4-FFF2-40B4-BE49-F238E27FC236}">
                <a16:creationId xmlns:a16="http://schemas.microsoft.com/office/drawing/2014/main" id="{E70FC35E-E4B5-EB3B-080B-33914452B17C}"/>
              </a:ext>
            </a:extLst>
          </p:cNvPr>
          <p:cNvSpPr>
            <a:spLocks noGrp="1"/>
          </p:cNvSpPr>
          <p:nvPr>
            <p:ph type="body" sz="quarter" idx="24"/>
          </p:nvPr>
        </p:nvSpPr>
        <p:spPr>
          <a:xfrm>
            <a:off x="2782113" y="4133643"/>
            <a:ext cx="2624626" cy="466492"/>
          </a:xfrm>
        </p:spPr>
        <p:txBody>
          <a:bodyPr/>
          <a:lstStyle/>
          <a:p>
            <a:r>
              <a:rPr lang="en-US" altLang="zh-CN"/>
              <a:t>Add a brief subitem here.</a:t>
            </a:r>
            <a:endParaRPr lang="zh-CN" altLang="en-US"/>
          </a:p>
          <a:p>
            <a:endParaRPr lang="zh-CN" altLang="en-US"/>
          </a:p>
        </p:txBody>
      </p:sp>
      <p:sp>
        <p:nvSpPr>
          <p:cNvPr id="5" name="Content Placeholder 4">
            <a:extLst>
              <a:ext uri="{FF2B5EF4-FFF2-40B4-BE49-F238E27FC236}">
                <a16:creationId xmlns:a16="http://schemas.microsoft.com/office/drawing/2014/main" id="{8593D8C0-15DD-8C43-B91D-DDA0595C370F}"/>
              </a:ext>
            </a:extLst>
          </p:cNvPr>
          <p:cNvSpPr>
            <a:spLocks noGrp="1"/>
          </p:cNvSpPr>
          <p:nvPr>
            <p:ph type="body" sz="quarter" idx="25"/>
          </p:nvPr>
        </p:nvSpPr>
        <p:spPr>
          <a:xfrm>
            <a:off x="6766041" y="3344212"/>
            <a:ext cx="2624626"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669ADD1B-EA4C-03EF-E23E-BAAF614E126A}"/>
              </a:ext>
            </a:extLst>
          </p:cNvPr>
          <p:cNvSpPr>
            <a:spLocks noGrp="1"/>
          </p:cNvSpPr>
          <p:nvPr>
            <p:ph type="body" sz="quarter" idx="26"/>
          </p:nvPr>
        </p:nvSpPr>
        <p:spPr>
          <a:xfrm>
            <a:off x="6766040" y="4133643"/>
            <a:ext cx="2624626"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653DC141-A912-D865-CDED-D0493A6F1787}"/>
              </a:ext>
            </a:extLst>
          </p:cNvPr>
          <p:cNvSpPr>
            <a:spLocks noGrp="1"/>
          </p:cNvSpPr>
          <p:nvPr>
            <p:ph type="body" sz="quarter" idx="27"/>
          </p:nvPr>
        </p:nvSpPr>
        <p:spPr>
          <a:xfrm>
            <a:off x="2782113" y="4896040"/>
            <a:ext cx="2624626"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67F3C0C3-B96F-0F55-C34A-48013C2E8AAB}"/>
              </a:ext>
            </a:extLst>
          </p:cNvPr>
          <p:cNvSpPr>
            <a:spLocks noGrp="1"/>
          </p:cNvSpPr>
          <p:nvPr>
            <p:ph type="body" sz="quarter" idx="28"/>
          </p:nvPr>
        </p:nvSpPr>
        <p:spPr>
          <a:xfrm>
            <a:off x="2782112" y="5685471"/>
            <a:ext cx="2624626" cy="466492"/>
          </a:xfrm>
        </p:spPr>
        <p:txBody>
          <a:bodyPr/>
          <a:lstStyle/>
          <a:p>
            <a:r>
              <a:rPr lang="en-US" altLang="zh-CN"/>
              <a:t>Add a brief subitem here.</a:t>
            </a:r>
            <a:endParaRPr lang="zh-CN" altLang="en-US"/>
          </a:p>
        </p:txBody>
      </p:sp>
      <p:sp>
        <p:nvSpPr>
          <p:cNvPr id="13" name="Content Placeholder 12">
            <a:extLst>
              <a:ext uri="{FF2B5EF4-FFF2-40B4-BE49-F238E27FC236}">
                <a16:creationId xmlns:a16="http://schemas.microsoft.com/office/drawing/2014/main" id="{FB07D072-524B-754B-FB05-124EB559442C}"/>
              </a:ext>
            </a:extLst>
          </p:cNvPr>
          <p:cNvSpPr>
            <a:spLocks noGrp="1"/>
          </p:cNvSpPr>
          <p:nvPr>
            <p:ph type="body" sz="quarter" idx="29"/>
          </p:nvPr>
        </p:nvSpPr>
        <p:spPr>
          <a:xfrm>
            <a:off x="6766040" y="4896040"/>
            <a:ext cx="2624626" cy="619136"/>
          </a:xfrm>
        </p:spPr>
        <p:txBody>
          <a:bodyPr/>
          <a:lstStyle/>
          <a:p>
            <a:r>
              <a:rPr lang="en-US" altLang="zh-CN"/>
              <a:t>Item title</a:t>
            </a:r>
          </a:p>
        </p:txBody>
      </p:sp>
      <p:sp>
        <p:nvSpPr>
          <p:cNvPr id="14" name="Content Placeholder 13">
            <a:extLst>
              <a:ext uri="{FF2B5EF4-FFF2-40B4-BE49-F238E27FC236}">
                <a16:creationId xmlns:a16="http://schemas.microsoft.com/office/drawing/2014/main" id="{497EE694-C98A-CA80-F6F0-E2874344F07F}"/>
              </a:ext>
            </a:extLst>
          </p:cNvPr>
          <p:cNvSpPr>
            <a:spLocks noGrp="1"/>
          </p:cNvSpPr>
          <p:nvPr>
            <p:ph type="body" sz="quarter" idx="30"/>
          </p:nvPr>
        </p:nvSpPr>
        <p:spPr>
          <a:xfrm>
            <a:off x="6766039" y="5685471"/>
            <a:ext cx="2624626"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120893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2801-9283-9FF1-E6F1-8ACFE822EEDD}"/>
              </a:ext>
            </a:extLst>
          </p:cNvPr>
          <p:cNvSpPr>
            <a:spLocks noGrp="1"/>
          </p:cNvSpPr>
          <p:nvPr>
            <p:ph type="ctrTitle"/>
          </p:nvPr>
        </p:nvSpPr>
        <p:spPr>
          <a:xfrm>
            <a:off x="4038600" y="1143000"/>
            <a:ext cx="7315200" cy="4572000"/>
          </a:xfrm>
        </p:spPr>
        <p:txBody>
          <a:bodyPr/>
          <a:lstStyle/>
          <a:p>
            <a:r>
              <a:rPr lang="en-US" altLang="zh-CN"/>
              <a:t>Market Analysis</a:t>
            </a:r>
            <a:endParaRPr lang="en-US"/>
          </a:p>
        </p:txBody>
      </p:sp>
    </p:spTree>
    <p:extLst>
      <p:ext uri="{BB962C8B-B14F-4D97-AF65-F5344CB8AC3E}">
        <p14:creationId xmlns:p14="http://schemas.microsoft.com/office/powerpoint/2010/main" val="146810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21D5-B4E2-FC61-C309-FF2DD1558B82}"/>
              </a:ext>
            </a:extLst>
          </p:cNvPr>
          <p:cNvSpPr>
            <a:spLocks noGrp="1"/>
          </p:cNvSpPr>
          <p:nvPr>
            <p:ph type="title"/>
          </p:nvPr>
        </p:nvSpPr>
        <p:spPr>
          <a:xfrm>
            <a:off x="358198" y="500240"/>
            <a:ext cx="11475604" cy="1073476"/>
          </a:xfrm>
        </p:spPr>
        <p:txBody>
          <a:bodyPr>
            <a:noAutofit/>
          </a:bodyPr>
          <a:lstStyle/>
          <a:p>
            <a:r>
              <a:rPr lang="en-US" altLang="zh-CN" noProof="0"/>
              <a:t>Target Demographics</a:t>
            </a:r>
            <a:endParaRPr lang="zh-CN" altLang="en-US"/>
          </a:p>
        </p:txBody>
      </p:sp>
      <p:sp>
        <p:nvSpPr>
          <p:cNvPr id="3" name="Text Placeholder 2">
            <a:extLst>
              <a:ext uri="{FF2B5EF4-FFF2-40B4-BE49-F238E27FC236}">
                <a16:creationId xmlns:a16="http://schemas.microsoft.com/office/drawing/2014/main" id="{FEC4A79A-06C2-299C-3658-8027A328CF41}"/>
              </a:ext>
            </a:extLst>
          </p:cNvPr>
          <p:cNvSpPr>
            <a:spLocks noGrp="1"/>
          </p:cNvSpPr>
          <p:nvPr>
            <p:ph type="body" sz="quarter" idx="28"/>
          </p:nvPr>
        </p:nvSpPr>
        <p:spPr>
          <a:xfrm>
            <a:off x="5218024" y="3057469"/>
            <a:ext cx="502234" cy="363433"/>
          </a:xfrm>
        </p:spPr>
        <p:txBody>
          <a:bodyPr>
            <a:noAutofit/>
          </a:bodyPr>
          <a:lstStyle/>
          <a:p>
            <a:r>
              <a:rPr lang="en-US" altLang="zh-CN"/>
              <a:t>01</a:t>
            </a:r>
            <a:endParaRPr lang="zh-CN" altLang="en-US"/>
          </a:p>
        </p:txBody>
      </p:sp>
      <p:sp>
        <p:nvSpPr>
          <p:cNvPr id="7" name="Text Placeholder 6">
            <a:extLst>
              <a:ext uri="{FF2B5EF4-FFF2-40B4-BE49-F238E27FC236}">
                <a16:creationId xmlns:a16="http://schemas.microsoft.com/office/drawing/2014/main" id="{B4EE0823-0640-3801-9FA9-7DA5411188AC}"/>
              </a:ext>
            </a:extLst>
          </p:cNvPr>
          <p:cNvSpPr>
            <a:spLocks noGrp="1"/>
          </p:cNvSpPr>
          <p:nvPr>
            <p:ph type="body" sz="quarter" idx="13"/>
          </p:nvPr>
        </p:nvSpPr>
        <p:spPr>
          <a:xfrm>
            <a:off x="735198" y="2350267"/>
            <a:ext cx="3827474" cy="619136"/>
          </a:xfrm>
        </p:spPr>
        <p:txBody>
          <a:bodyPr>
            <a:noAutofit/>
          </a:bodyPr>
          <a:lstStyle/>
          <a:p>
            <a:r>
              <a:rPr lang="en-US" altLang="zh-CN"/>
              <a:t>Item title</a:t>
            </a:r>
          </a:p>
        </p:txBody>
      </p:sp>
      <p:sp>
        <p:nvSpPr>
          <p:cNvPr id="8" name="Text Placeholder 7">
            <a:extLst>
              <a:ext uri="{FF2B5EF4-FFF2-40B4-BE49-F238E27FC236}">
                <a16:creationId xmlns:a16="http://schemas.microsoft.com/office/drawing/2014/main" id="{F4EFC625-4E44-C0C0-8C75-4D5D8C9D7958}"/>
              </a:ext>
            </a:extLst>
          </p:cNvPr>
          <p:cNvSpPr>
            <a:spLocks noGrp="1"/>
          </p:cNvSpPr>
          <p:nvPr>
            <p:ph type="body" sz="quarter" idx="14"/>
          </p:nvPr>
        </p:nvSpPr>
        <p:spPr>
          <a:xfrm>
            <a:off x="735196" y="3167183"/>
            <a:ext cx="3827474" cy="537150"/>
          </a:xfrm>
        </p:spPr>
        <p:txBody>
          <a:bodyPr>
            <a:noAutofit/>
          </a:bodyPr>
          <a:lstStyle/>
          <a:p>
            <a:r>
              <a:rPr lang="en-US" altLang="zh-CN"/>
              <a:t>Add a brief subitem here.</a:t>
            </a:r>
            <a:endParaRPr lang="zh-CN" altLang="en-US"/>
          </a:p>
        </p:txBody>
      </p:sp>
      <p:sp>
        <p:nvSpPr>
          <p:cNvPr id="4" name="Text Placeholder 3">
            <a:extLst>
              <a:ext uri="{FF2B5EF4-FFF2-40B4-BE49-F238E27FC236}">
                <a16:creationId xmlns:a16="http://schemas.microsoft.com/office/drawing/2014/main" id="{2A4F6117-48AE-041A-FC47-AFA541F2BA70}"/>
              </a:ext>
            </a:extLst>
          </p:cNvPr>
          <p:cNvSpPr>
            <a:spLocks noGrp="1"/>
          </p:cNvSpPr>
          <p:nvPr>
            <p:ph type="body" sz="quarter" idx="29"/>
          </p:nvPr>
        </p:nvSpPr>
        <p:spPr>
          <a:xfrm>
            <a:off x="6471738" y="3057469"/>
            <a:ext cx="502234" cy="363433"/>
          </a:xfrm>
        </p:spPr>
        <p:txBody>
          <a:bodyPr>
            <a:noAutofit/>
          </a:bodyPr>
          <a:lstStyle/>
          <a:p>
            <a:r>
              <a:rPr lang="en-US" altLang="zh-CN"/>
              <a:t>02</a:t>
            </a:r>
            <a:endParaRPr lang="zh-CN" altLang="en-US"/>
          </a:p>
        </p:txBody>
      </p:sp>
      <p:sp>
        <p:nvSpPr>
          <p:cNvPr id="9" name="Text Placeholder 8">
            <a:extLst>
              <a:ext uri="{FF2B5EF4-FFF2-40B4-BE49-F238E27FC236}">
                <a16:creationId xmlns:a16="http://schemas.microsoft.com/office/drawing/2014/main" id="{2FD4D27C-50CB-7773-094C-43A614DFA92C}"/>
              </a:ext>
            </a:extLst>
          </p:cNvPr>
          <p:cNvSpPr>
            <a:spLocks noGrp="1"/>
          </p:cNvSpPr>
          <p:nvPr>
            <p:ph type="body" sz="quarter" idx="32"/>
          </p:nvPr>
        </p:nvSpPr>
        <p:spPr>
          <a:xfrm>
            <a:off x="7629328" y="2350267"/>
            <a:ext cx="3827474" cy="619136"/>
          </a:xfrm>
        </p:spPr>
        <p:txBody>
          <a:bodyPr>
            <a:noAutofit/>
          </a:bodyPr>
          <a:lstStyle/>
          <a:p>
            <a:r>
              <a:rPr lang="en-US" altLang="zh-CN"/>
              <a:t>Item title</a:t>
            </a:r>
          </a:p>
        </p:txBody>
      </p:sp>
      <p:sp>
        <p:nvSpPr>
          <p:cNvPr id="10" name="Text Placeholder 9">
            <a:extLst>
              <a:ext uri="{FF2B5EF4-FFF2-40B4-BE49-F238E27FC236}">
                <a16:creationId xmlns:a16="http://schemas.microsoft.com/office/drawing/2014/main" id="{DAC7562F-D778-0987-C08E-BFCE01404188}"/>
              </a:ext>
            </a:extLst>
          </p:cNvPr>
          <p:cNvSpPr>
            <a:spLocks noGrp="1"/>
          </p:cNvSpPr>
          <p:nvPr>
            <p:ph type="body" sz="quarter" idx="33"/>
          </p:nvPr>
        </p:nvSpPr>
        <p:spPr>
          <a:xfrm>
            <a:off x="7629326" y="3167183"/>
            <a:ext cx="3827474" cy="537150"/>
          </a:xfrm>
        </p:spPr>
        <p:txBody>
          <a:bodyPr>
            <a:noAutofit/>
          </a:bodyPr>
          <a:lstStyle/>
          <a:p>
            <a:r>
              <a:rPr lang="en-US" altLang="zh-CN"/>
              <a:t>Add a brief subitem here.</a:t>
            </a:r>
            <a:endParaRPr lang="zh-CN" altLang="en-US"/>
          </a:p>
        </p:txBody>
      </p:sp>
      <p:sp>
        <p:nvSpPr>
          <p:cNvPr id="5" name="Text Placeholder 4">
            <a:extLst>
              <a:ext uri="{FF2B5EF4-FFF2-40B4-BE49-F238E27FC236}">
                <a16:creationId xmlns:a16="http://schemas.microsoft.com/office/drawing/2014/main" id="{DE46F80B-AF28-48FA-E938-EEBD4E4701FD}"/>
              </a:ext>
            </a:extLst>
          </p:cNvPr>
          <p:cNvSpPr>
            <a:spLocks noGrp="1"/>
          </p:cNvSpPr>
          <p:nvPr>
            <p:ph type="body" sz="quarter" idx="30"/>
          </p:nvPr>
        </p:nvSpPr>
        <p:spPr>
          <a:xfrm>
            <a:off x="5218026" y="4315566"/>
            <a:ext cx="502234" cy="363433"/>
          </a:xfrm>
        </p:spPr>
        <p:txBody>
          <a:bodyPr>
            <a:noAutofit/>
          </a:bodyPr>
          <a:lstStyle/>
          <a:p>
            <a:r>
              <a:rPr lang="en-US" altLang="zh-CN"/>
              <a:t>03</a:t>
            </a:r>
            <a:endParaRPr lang="zh-CN" altLang="en-US"/>
          </a:p>
        </p:txBody>
      </p:sp>
      <p:sp>
        <p:nvSpPr>
          <p:cNvPr id="11" name="Text Placeholder 10">
            <a:extLst>
              <a:ext uri="{FF2B5EF4-FFF2-40B4-BE49-F238E27FC236}">
                <a16:creationId xmlns:a16="http://schemas.microsoft.com/office/drawing/2014/main" id="{D6895823-A7FA-FBCA-C03E-B2373BCC09F2}"/>
              </a:ext>
            </a:extLst>
          </p:cNvPr>
          <p:cNvSpPr>
            <a:spLocks noGrp="1"/>
          </p:cNvSpPr>
          <p:nvPr>
            <p:ph type="body" sz="quarter" idx="34"/>
          </p:nvPr>
        </p:nvSpPr>
        <p:spPr>
          <a:xfrm>
            <a:off x="735198" y="4087738"/>
            <a:ext cx="3827474" cy="619136"/>
          </a:xfrm>
        </p:spPr>
        <p:txBody>
          <a:bodyPr>
            <a:noAutofit/>
          </a:bodyPr>
          <a:lstStyle/>
          <a:p>
            <a:r>
              <a:rPr lang="en-US" altLang="zh-CN"/>
              <a:t>Item title</a:t>
            </a:r>
          </a:p>
        </p:txBody>
      </p:sp>
      <p:sp>
        <p:nvSpPr>
          <p:cNvPr id="12" name="Text Placeholder 11">
            <a:extLst>
              <a:ext uri="{FF2B5EF4-FFF2-40B4-BE49-F238E27FC236}">
                <a16:creationId xmlns:a16="http://schemas.microsoft.com/office/drawing/2014/main" id="{EF157CED-71CA-3A67-F036-25E7FE7BA853}"/>
              </a:ext>
            </a:extLst>
          </p:cNvPr>
          <p:cNvSpPr>
            <a:spLocks noGrp="1"/>
          </p:cNvSpPr>
          <p:nvPr>
            <p:ph type="body" sz="quarter" idx="35"/>
          </p:nvPr>
        </p:nvSpPr>
        <p:spPr>
          <a:xfrm>
            <a:off x="735196" y="4904654"/>
            <a:ext cx="3827474" cy="537150"/>
          </a:xfrm>
        </p:spPr>
        <p:txBody>
          <a:bodyPr>
            <a:noAutofit/>
          </a:bodyPr>
          <a:lstStyle/>
          <a:p>
            <a:r>
              <a:rPr lang="en-US" altLang="zh-CN"/>
              <a:t>Add a brief subitem here.</a:t>
            </a:r>
            <a:endParaRPr lang="zh-CN" altLang="en-US"/>
          </a:p>
        </p:txBody>
      </p:sp>
      <p:sp>
        <p:nvSpPr>
          <p:cNvPr id="6" name="Text Placeholder 5">
            <a:extLst>
              <a:ext uri="{FF2B5EF4-FFF2-40B4-BE49-F238E27FC236}">
                <a16:creationId xmlns:a16="http://schemas.microsoft.com/office/drawing/2014/main" id="{283991B9-2242-72C4-CC93-26DC4ACBDF1A}"/>
              </a:ext>
            </a:extLst>
          </p:cNvPr>
          <p:cNvSpPr>
            <a:spLocks noGrp="1"/>
          </p:cNvSpPr>
          <p:nvPr>
            <p:ph type="body" sz="quarter" idx="31"/>
          </p:nvPr>
        </p:nvSpPr>
        <p:spPr>
          <a:xfrm>
            <a:off x="6471738" y="4315566"/>
            <a:ext cx="502234" cy="363433"/>
          </a:xfrm>
        </p:spPr>
        <p:txBody>
          <a:bodyPr>
            <a:noAutofit/>
          </a:bodyPr>
          <a:lstStyle/>
          <a:p>
            <a:r>
              <a:rPr lang="en-US" altLang="zh-CN"/>
              <a:t>04</a:t>
            </a:r>
            <a:endParaRPr lang="zh-CN" altLang="en-US"/>
          </a:p>
        </p:txBody>
      </p:sp>
      <p:sp>
        <p:nvSpPr>
          <p:cNvPr id="13" name="Text Placeholder 12">
            <a:extLst>
              <a:ext uri="{FF2B5EF4-FFF2-40B4-BE49-F238E27FC236}">
                <a16:creationId xmlns:a16="http://schemas.microsoft.com/office/drawing/2014/main" id="{F6DC28BB-8C7D-4EA6-60E7-53D90A08D4EC}"/>
              </a:ext>
            </a:extLst>
          </p:cNvPr>
          <p:cNvSpPr>
            <a:spLocks noGrp="1"/>
          </p:cNvSpPr>
          <p:nvPr>
            <p:ph type="body" sz="quarter" idx="36"/>
          </p:nvPr>
        </p:nvSpPr>
        <p:spPr>
          <a:xfrm>
            <a:off x="7629328" y="4087738"/>
            <a:ext cx="3827474" cy="619136"/>
          </a:xfrm>
        </p:spPr>
        <p:txBody>
          <a:bodyPr>
            <a:noAutofit/>
          </a:bodyPr>
          <a:lstStyle/>
          <a:p>
            <a:r>
              <a:rPr lang="en-US" altLang="zh-CN"/>
              <a:t>Item title</a:t>
            </a:r>
          </a:p>
        </p:txBody>
      </p:sp>
      <p:sp>
        <p:nvSpPr>
          <p:cNvPr id="14" name="Text Placeholder 13">
            <a:extLst>
              <a:ext uri="{FF2B5EF4-FFF2-40B4-BE49-F238E27FC236}">
                <a16:creationId xmlns:a16="http://schemas.microsoft.com/office/drawing/2014/main" id="{4C93F126-CDCA-774A-76D0-FF5FD4D97BEA}"/>
              </a:ext>
            </a:extLst>
          </p:cNvPr>
          <p:cNvSpPr>
            <a:spLocks noGrp="1"/>
          </p:cNvSpPr>
          <p:nvPr>
            <p:ph type="body" sz="quarter" idx="37"/>
          </p:nvPr>
        </p:nvSpPr>
        <p:spPr>
          <a:xfrm>
            <a:off x="7629326" y="4904654"/>
            <a:ext cx="3827474" cy="537150"/>
          </a:xfrm>
        </p:spPr>
        <p:txBody>
          <a:bodyPr>
            <a:noAutofit/>
          </a:bodyPr>
          <a:lstStyle/>
          <a:p>
            <a:r>
              <a:rPr lang="en-US" altLang="zh-CN"/>
              <a:t>Add a brief subitem here.</a:t>
            </a:r>
            <a:endParaRPr lang="zh-CN" altLang="en-US"/>
          </a:p>
        </p:txBody>
      </p:sp>
    </p:spTree>
    <p:extLst>
      <p:ext uri="{BB962C8B-B14F-4D97-AF65-F5344CB8AC3E}">
        <p14:creationId xmlns:p14="http://schemas.microsoft.com/office/powerpoint/2010/main" val="2032235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1DA6-39CA-36D2-105E-AF067257FB4E}"/>
              </a:ext>
            </a:extLst>
          </p:cNvPr>
          <p:cNvSpPr>
            <a:spLocks noGrp="1"/>
          </p:cNvSpPr>
          <p:nvPr>
            <p:ph type="title"/>
          </p:nvPr>
        </p:nvSpPr>
        <p:spPr>
          <a:xfrm>
            <a:off x="1123942" y="587547"/>
            <a:ext cx="10180800" cy="1288800"/>
          </a:xfrm>
        </p:spPr>
        <p:txBody>
          <a:bodyPr/>
          <a:lstStyle/>
          <a:p>
            <a:r>
              <a:rPr lang="en-US" altLang="zh-CN" noProof="0"/>
              <a:t>Market Trends</a:t>
            </a:r>
            <a:endParaRPr lang="zh-CN" altLang="en-US"/>
          </a:p>
        </p:txBody>
      </p:sp>
      <p:sp>
        <p:nvSpPr>
          <p:cNvPr id="3" name="Content Placeholder 2">
            <a:extLst>
              <a:ext uri="{FF2B5EF4-FFF2-40B4-BE49-F238E27FC236}">
                <a16:creationId xmlns:a16="http://schemas.microsoft.com/office/drawing/2014/main" id="{295E6AFA-0585-0EE2-ACCC-8C82212EF822}"/>
              </a:ext>
            </a:extLst>
          </p:cNvPr>
          <p:cNvSpPr>
            <a:spLocks noGrp="1"/>
          </p:cNvSpPr>
          <p:nvPr>
            <p:ph type="body" sz="quarter" idx="13"/>
          </p:nvPr>
        </p:nvSpPr>
        <p:spPr>
          <a:xfrm>
            <a:off x="1123039" y="2190649"/>
            <a:ext cx="4649687"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24654091-2A90-64BE-0EAC-32A584F5D9C3}"/>
              </a:ext>
            </a:extLst>
          </p:cNvPr>
          <p:cNvSpPr>
            <a:spLocks noGrp="1"/>
          </p:cNvSpPr>
          <p:nvPr>
            <p:ph type="body" sz="quarter" idx="14"/>
          </p:nvPr>
        </p:nvSpPr>
        <p:spPr>
          <a:xfrm>
            <a:off x="1123038" y="2980080"/>
            <a:ext cx="4649687" cy="466492"/>
          </a:xfrm>
        </p:spPr>
        <p:txBody>
          <a:bodyPr/>
          <a:lstStyle/>
          <a:p>
            <a:r>
              <a:rPr lang="en-US" altLang="zh-CN"/>
              <a:t>Provide a detailed subitem that explains its focus and purpose clearly, offering concise insights.</a:t>
            </a:r>
            <a:endParaRPr lang="zh-CN" altLang="en-US"/>
          </a:p>
        </p:txBody>
      </p:sp>
      <p:sp>
        <p:nvSpPr>
          <p:cNvPr id="5" name="Content Placeholder 4">
            <a:extLst>
              <a:ext uri="{FF2B5EF4-FFF2-40B4-BE49-F238E27FC236}">
                <a16:creationId xmlns:a16="http://schemas.microsoft.com/office/drawing/2014/main" id="{08A7CE1F-3585-A2EC-D084-24F184714BDA}"/>
              </a:ext>
            </a:extLst>
          </p:cNvPr>
          <p:cNvSpPr>
            <a:spLocks noGrp="1"/>
          </p:cNvSpPr>
          <p:nvPr>
            <p:ph type="body" sz="quarter" idx="21"/>
          </p:nvPr>
        </p:nvSpPr>
        <p:spPr>
          <a:xfrm>
            <a:off x="6625797" y="2190649"/>
            <a:ext cx="4649687"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8FA2740C-FCA3-34B6-7A55-D2C4C0872967}"/>
              </a:ext>
            </a:extLst>
          </p:cNvPr>
          <p:cNvSpPr>
            <a:spLocks noGrp="1"/>
          </p:cNvSpPr>
          <p:nvPr>
            <p:ph type="body" sz="quarter" idx="22"/>
          </p:nvPr>
        </p:nvSpPr>
        <p:spPr>
          <a:xfrm>
            <a:off x="6625796" y="2980080"/>
            <a:ext cx="4649687" cy="466492"/>
          </a:xfrm>
        </p:spPr>
        <p:txBody>
          <a:bodyPr/>
          <a:lstStyle/>
          <a:p>
            <a:r>
              <a:rPr lang="en-US" altLang="zh-CN"/>
              <a:t>Provide a detailed subitem that explains its focus and purpose clearly, offering concise insights.</a:t>
            </a:r>
            <a:endParaRPr lang="zh-CN" altLang="en-US"/>
          </a:p>
        </p:txBody>
      </p:sp>
      <p:sp>
        <p:nvSpPr>
          <p:cNvPr id="7" name="Content Placeholder 6">
            <a:extLst>
              <a:ext uri="{FF2B5EF4-FFF2-40B4-BE49-F238E27FC236}">
                <a16:creationId xmlns:a16="http://schemas.microsoft.com/office/drawing/2014/main" id="{C4A38C2B-904C-3BC8-F6FE-ABF501BE69E6}"/>
              </a:ext>
            </a:extLst>
          </p:cNvPr>
          <p:cNvSpPr>
            <a:spLocks noGrp="1"/>
          </p:cNvSpPr>
          <p:nvPr>
            <p:ph type="body" sz="quarter" idx="23"/>
          </p:nvPr>
        </p:nvSpPr>
        <p:spPr>
          <a:xfrm>
            <a:off x="1123038" y="4048216"/>
            <a:ext cx="4649687"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5535532E-D5D2-DBE7-243E-993D23F8B98E}"/>
              </a:ext>
            </a:extLst>
          </p:cNvPr>
          <p:cNvSpPr>
            <a:spLocks noGrp="1"/>
          </p:cNvSpPr>
          <p:nvPr>
            <p:ph type="body" sz="quarter" idx="24"/>
          </p:nvPr>
        </p:nvSpPr>
        <p:spPr>
          <a:xfrm>
            <a:off x="1123037" y="4837647"/>
            <a:ext cx="4649687" cy="466492"/>
          </a:xfrm>
        </p:spPr>
        <p:txBody>
          <a:bodyPr/>
          <a:lstStyle/>
          <a:p>
            <a:r>
              <a:rPr lang="en-US" altLang="zh-CN"/>
              <a:t>Provide a detailed subitem that explains its focus and purpose clearly, offering concise insights.</a:t>
            </a:r>
            <a:endParaRPr lang="zh-CN" altLang="en-US"/>
          </a:p>
        </p:txBody>
      </p:sp>
      <p:sp>
        <p:nvSpPr>
          <p:cNvPr id="9" name="Content Placeholder 8">
            <a:extLst>
              <a:ext uri="{FF2B5EF4-FFF2-40B4-BE49-F238E27FC236}">
                <a16:creationId xmlns:a16="http://schemas.microsoft.com/office/drawing/2014/main" id="{093FE771-F0EA-D6B1-4FEC-BFD44DFDCD73}"/>
              </a:ext>
            </a:extLst>
          </p:cNvPr>
          <p:cNvSpPr>
            <a:spLocks noGrp="1"/>
          </p:cNvSpPr>
          <p:nvPr>
            <p:ph type="body" sz="quarter" idx="25"/>
          </p:nvPr>
        </p:nvSpPr>
        <p:spPr>
          <a:xfrm>
            <a:off x="6625796" y="4048216"/>
            <a:ext cx="4649687"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7B45EAA1-5508-8AD4-CCB0-140B782A9A40}"/>
              </a:ext>
            </a:extLst>
          </p:cNvPr>
          <p:cNvSpPr>
            <a:spLocks noGrp="1"/>
          </p:cNvSpPr>
          <p:nvPr>
            <p:ph type="body" sz="quarter" idx="26"/>
          </p:nvPr>
        </p:nvSpPr>
        <p:spPr>
          <a:xfrm>
            <a:off x="6625795" y="4837647"/>
            <a:ext cx="4649687" cy="466492"/>
          </a:xfrm>
        </p:spPr>
        <p:txBody>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76526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7868E-FC1E-CD35-5A63-283FFE242ABE}"/>
              </a:ext>
            </a:extLst>
          </p:cNvPr>
          <p:cNvSpPr>
            <a:spLocks noGrp="1"/>
          </p:cNvSpPr>
          <p:nvPr>
            <p:ph type="ctrTitle"/>
          </p:nvPr>
        </p:nvSpPr>
        <p:spPr>
          <a:xfrm>
            <a:off x="838200" y="1143000"/>
            <a:ext cx="7315200" cy="4572000"/>
          </a:xfrm>
        </p:spPr>
        <p:txBody>
          <a:bodyPr/>
          <a:lstStyle/>
          <a:p>
            <a:r>
              <a:rPr lang="en-US" altLang="zh-CN"/>
              <a:t>Competitive Advantages</a:t>
            </a:r>
            <a:endParaRPr lang="en-US"/>
          </a:p>
        </p:txBody>
      </p:sp>
    </p:spTree>
    <p:extLst>
      <p:ext uri="{BB962C8B-B14F-4D97-AF65-F5344CB8AC3E}">
        <p14:creationId xmlns:p14="http://schemas.microsoft.com/office/powerpoint/2010/main" val="350788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E2C9-3BA9-40AD-C7ED-4D52982552C8}"/>
              </a:ext>
            </a:extLst>
          </p:cNvPr>
          <p:cNvSpPr>
            <a:spLocks noGrp="1"/>
          </p:cNvSpPr>
          <p:nvPr>
            <p:ph type="title"/>
          </p:nvPr>
        </p:nvSpPr>
        <p:spPr>
          <a:xfrm>
            <a:off x="358198" y="500240"/>
            <a:ext cx="11475604" cy="1073476"/>
          </a:xfrm>
        </p:spPr>
        <p:txBody>
          <a:bodyPr/>
          <a:lstStyle/>
          <a:p>
            <a:r>
              <a:rPr lang="en-US" altLang="zh-CN" noProof="0"/>
              <a:t>Strength Analysis</a:t>
            </a:r>
            <a:endParaRPr lang="zh-CN" altLang="en-US"/>
          </a:p>
        </p:txBody>
      </p:sp>
      <p:sp>
        <p:nvSpPr>
          <p:cNvPr id="3" name="Content Placeholder 2">
            <a:extLst>
              <a:ext uri="{FF2B5EF4-FFF2-40B4-BE49-F238E27FC236}">
                <a16:creationId xmlns:a16="http://schemas.microsoft.com/office/drawing/2014/main" id="{D594195F-1668-B1C9-DD61-7EAB80A8CACB}"/>
              </a:ext>
            </a:extLst>
          </p:cNvPr>
          <p:cNvSpPr>
            <a:spLocks noGrp="1"/>
          </p:cNvSpPr>
          <p:nvPr>
            <p:ph type="body" sz="quarter" idx="13"/>
          </p:nvPr>
        </p:nvSpPr>
        <p:spPr>
          <a:xfrm>
            <a:off x="1123039" y="2190649"/>
            <a:ext cx="4649687"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F03FE2DF-89AB-A693-E249-FC3C830A6FB5}"/>
              </a:ext>
            </a:extLst>
          </p:cNvPr>
          <p:cNvSpPr>
            <a:spLocks noGrp="1"/>
          </p:cNvSpPr>
          <p:nvPr>
            <p:ph type="body" sz="quarter" idx="14"/>
          </p:nvPr>
        </p:nvSpPr>
        <p:spPr>
          <a:xfrm>
            <a:off x="1123038" y="2980080"/>
            <a:ext cx="4649687"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9BDB1345-5B07-B840-08B2-49B6BA8C11F5}"/>
              </a:ext>
            </a:extLst>
          </p:cNvPr>
          <p:cNvSpPr>
            <a:spLocks noGrp="1"/>
          </p:cNvSpPr>
          <p:nvPr>
            <p:ph type="body" sz="quarter" idx="21"/>
          </p:nvPr>
        </p:nvSpPr>
        <p:spPr>
          <a:xfrm>
            <a:off x="6625797" y="2190649"/>
            <a:ext cx="4649687"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13780A0B-08D7-3F10-4E88-EDED776A8F21}"/>
              </a:ext>
            </a:extLst>
          </p:cNvPr>
          <p:cNvSpPr>
            <a:spLocks noGrp="1"/>
          </p:cNvSpPr>
          <p:nvPr>
            <p:ph type="body" sz="quarter" idx="22"/>
          </p:nvPr>
        </p:nvSpPr>
        <p:spPr>
          <a:xfrm>
            <a:off x="6625796" y="2980080"/>
            <a:ext cx="4649687" cy="466492"/>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D6A7C015-54A3-B3B6-5154-009DA68BB931}"/>
              </a:ext>
            </a:extLst>
          </p:cNvPr>
          <p:cNvSpPr>
            <a:spLocks noGrp="1"/>
          </p:cNvSpPr>
          <p:nvPr>
            <p:ph type="body" sz="quarter" idx="23"/>
          </p:nvPr>
        </p:nvSpPr>
        <p:spPr>
          <a:xfrm>
            <a:off x="1123038" y="4048216"/>
            <a:ext cx="4649687"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D4EC99D8-67E5-F7B4-BD20-7093520CE822}"/>
              </a:ext>
            </a:extLst>
          </p:cNvPr>
          <p:cNvSpPr>
            <a:spLocks noGrp="1"/>
          </p:cNvSpPr>
          <p:nvPr>
            <p:ph type="body" sz="quarter" idx="24"/>
          </p:nvPr>
        </p:nvSpPr>
        <p:spPr>
          <a:xfrm>
            <a:off x="1123037" y="4837647"/>
            <a:ext cx="4649687"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F0345859-FF67-2C17-BEB5-4750DF2204F8}"/>
              </a:ext>
            </a:extLst>
          </p:cNvPr>
          <p:cNvSpPr>
            <a:spLocks noGrp="1"/>
          </p:cNvSpPr>
          <p:nvPr>
            <p:ph type="body" sz="quarter" idx="25"/>
          </p:nvPr>
        </p:nvSpPr>
        <p:spPr>
          <a:xfrm>
            <a:off x="6625796" y="4048216"/>
            <a:ext cx="4649687"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5E07D1BC-7965-BC6A-F179-3AB548F48388}"/>
              </a:ext>
            </a:extLst>
          </p:cNvPr>
          <p:cNvSpPr>
            <a:spLocks noGrp="1"/>
          </p:cNvSpPr>
          <p:nvPr>
            <p:ph type="body" sz="quarter" idx="26"/>
          </p:nvPr>
        </p:nvSpPr>
        <p:spPr>
          <a:xfrm>
            <a:off x="6625795" y="4837647"/>
            <a:ext cx="4649687"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111911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93AF-42DE-6A55-781F-B7906EB363DD}"/>
              </a:ext>
            </a:extLst>
          </p:cNvPr>
          <p:cNvSpPr>
            <a:spLocks noGrp="1"/>
          </p:cNvSpPr>
          <p:nvPr>
            <p:ph type="title"/>
          </p:nvPr>
        </p:nvSpPr>
        <p:spPr>
          <a:xfrm>
            <a:off x="358198" y="500240"/>
            <a:ext cx="11475604" cy="1073476"/>
          </a:xfrm>
        </p:spPr>
        <p:txBody>
          <a:bodyPr/>
          <a:lstStyle/>
          <a:p>
            <a:r>
              <a:rPr lang="en-US" altLang="zh-CN" noProof="0"/>
              <a:t>Competitor Comparison</a:t>
            </a:r>
            <a:endParaRPr lang="zh-CN" altLang="en-US"/>
          </a:p>
        </p:txBody>
      </p:sp>
      <p:sp>
        <p:nvSpPr>
          <p:cNvPr id="3" name="Content Placeholder 2">
            <a:extLst>
              <a:ext uri="{FF2B5EF4-FFF2-40B4-BE49-F238E27FC236}">
                <a16:creationId xmlns:a16="http://schemas.microsoft.com/office/drawing/2014/main" id="{D7F1E054-ACA5-9B7F-1047-E1E03552461D}"/>
              </a:ext>
            </a:extLst>
          </p:cNvPr>
          <p:cNvSpPr>
            <a:spLocks noGrp="1"/>
          </p:cNvSpPr>
          <p:nvPr>
            <p:ph sz="quarter" idx="17"/>
          </p:nvPr>
        </p:nvSpPr>
        <p:spPr>
          <a:xfrm>
            <a:off x="1463152" y="2262701"/>
            <a:ext cx="2628365" cy="520700"/>
          </a:xfrm>
        </p:spPr>
        <p:txBody>
          <a:bodyPr/>
          <a:lstStyle/>
          <a:p>
            <a:r>
              <a:rPr lang="en-US" altLang="zh-CN"/>
              <a:t>Item title</a:t>
            </a:r>
          </a:p>
        </p:txBody>
      </p:sp>
      <p:sp>
        <p:nvSpPr>
          <p:cNvPr id="4" name="Content Placeholder 3">
            <a:extLst>
              <a:ext uri="{FF2B5EF4-FFF2-40B4-BE49-F238E27FC236}">
                <a16:creationId xmlns:a16="http://schemas.microsoft.com/office/drawing/2014/main" id="{E31BFD9F-1860-BDF6-4DE4-AF23447E10CC}"/>
              </a:ext>
            </a:extLst>
          </p:cNvPr>
          <p:cNvSpPr>
            <a:spLocks noGrp="1"/>
          </p:cNvSpPr>
          <p:nvPr>
            <p:ph sz="quarter" idx="18"/>
          </p:nvPr>
        </p:nvSpPr>
        <p:spPr>
          <a:xfrm>
            <a:off x="1463152" y="3044865"/>
            <a:ext cx="2628900" cy="520700"/>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8FD16163-5418-872D-6B16-DF9B68FC13D8}"/>
              </a:ext>
            </a:extLst>
          </p:cNvPr>
          <p:cNvSpPr>
            <a:spLocks noGrp="1"/>
          </p:cNvSpPr>
          <p:nvPr>
            <p:ph sz="quarter" idx="19"/>
          </p:nvPr>
        </p:nvSpPr>
        <p:spPr>
          <a:xfrm>
            <a:off x="1463152" y="4349214"/>
            <a:ext cx="2628365" cy="520700"/>
          </a:xfrm>
        </p:spPr>
        <p:txBody>
          <a:bodyPr/>
          <a:lstStyle/>
          <a:p>
            <a:r>
              <a:rPr lang="en-US" altLang="zh-CN"/>
              <a:t>Item title</a:t>
            </a:r>
          </a:p>
        </p:txBody>
      </p:sp>
      <p:sp>
        <p:nvSpPr>
          <p:cNvPr id="6" name="Content Placeholder 5">
            <a:extLst>
              <a:ext uri="{FF2B5EF4-FFF2-40B4-BE49-F238E27FC236}">
                <a16:creationId xmlns:a16="http://schemas.microsoft.com/office/drawing/2014/main" id="{12A1C5DC-1093-DC49-9157-C616B1933A31}"/>
              </a:ext>
            </a:extLst>
          </p:cNvPr>
          <p:cNvSpPr>
            <a:spLocks noGrp="1"/>
          </p:cNvSpPr>
          <p:nvPr>
            <p:ph sz="quarter" idx="20"/>
          </p:nvPr>
        </p:nvSpPr>
        <p:spPr>
          <a:xfrm>
            <a:off x="1463152" y="5131378"/>
            <a:ext cx="2628900" cy="520700"/>
          </a:xfrm>
        </p:spPr>
        <p:txBody>
          <a:bodyPr/>
          <a:lstStyle/>
          <a:p>
            <a:r>
              <a:rPr lang="en-US" altLang="zh-CN"/>
              <a:t>Add a brief subitem here.</a:t>
            </a:r>
            <a:endParaRPr lang="zh-CN" altLang="en-US"/>
          </a:p>
          <a:p>
            <a:endParaRPr lang="zh-CN" altLang="en-US"/>
          </a:p>
        </p:txBody>
      </p:sp>
      <p:sp>
        <p:nvSpPr>
          <p:cNvPr id="7" name="Content Placeholder 6">
            <a:extLst>
              <a:ext uri="{FF2B5EF4-FFF2-40B4-BE49-F238E27FC236}">
                <a16:creationId xmlns:a16="http://schemas.microsoft.com/office/drawing/2014/main" id="{0679B7DA-CE9F-CB1E-2270-FEF2245B5F61}"/>
              </a:ext>
            </a:extLst>
          </p:cNvPr>
          <p:cNvSpPr>
            <a:spLocks noGrp="1"/>
          </p:cNvSpPr>
          <p:nvPr>
            <p:ph sz="quarter" idx="21"/>
          </p:nvPr>
        </p:nvSpPr>
        <p:spPr>
          <a:xfrm>
            <a:off x="8100483" y="2262701"/>
            <a:ext cx="2628365" cy="520700"/>
          </a:xfrm>
        </p:spPr>
        <p:txBody>
          <a:bodyPr/>
          <a:lstStyle/>
          <a:p>
            <a:r>
              <a:rPr lang="en-US" altLang="zh-CN"/>
              <a:t>Item title</a:t>
            </a:r>
          </a:p>
        </p:txBody>
      </p:sp>
      <p:sp>
        <p:nvSpPr>
          <p:cNvPr id="8" name="Content Placeholder 7">
            <a:extLst>
              <a:ext uri="{FF2B5EF4-FFF2-40B4-BE49-F238E27FC236}">
                <a16:creationId xmlns:a16="http://schemas.microsoft.com/office/drawing/2014/main" id="{838E6068-98B2-257B-11A2-3BF5BD5E0322}"/>
              </a:ext>
            </a:extLst>
          </p:cNvPr>
          <p:cNvSpPr>
            <a:spLocks noGrp="1"/>
          </p:cNvSpPr>
          <p:nvPr>
            <p:ph sz="quarter" idx="22"/>
          </p:nvPr>
        </p:nvSpPr>
        <p:spPr>
          <a:xfrm>
            <a:off x="8100483" y="3044865"/>
            <a:ext cx="2628900" cy="520700"/>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5CDCA16F-312E-9FD2-8DC5-6A7700B8F096}"/>
              </a:ext>
            </a:extLst>
          </p:cNvPr>
          <p:cNvSpPr>
            <a:spLocks noGrp="1"/>
          </p:cNvSpPr>
          <p:nvPr>
            <p:ph sz="quarter" idx="23"/>
          </p:nvPr>
        </p:nvSpPr>
        <p:spPr>
          <a:xfrm>
            <a:off x="8100483" y="4349214"/>
            <a:ext cx="2628365" cy="520700"/>
          </a:xfrm>
        </p:spPr>
        <p:txBody>
          <a:bodyPr/>
          <a:lstStyle/>
          <a:p>
            <a:r>
              <a:rPr lang="en-US" altLang="zh-CN"/>
              <a:t>Item title</a:t>
            </a:r>
          </a:p>
        </p:txBody>
      </p:sp>
      <p:sp>
        <p:nvSpPr>
          <p:cNvPr id="10" name="Content Placeholder 9">
            <a:extLst>
              <a:ext uri="{FF2B5EF4-FFF2-40B4-BE49-F238E27FC236}">
                <a16:creationId xmlns:a16="http://schemas.microsoft.com/office/drawing/2014/main" id="{7817010C-DE6A-0DA7-60E2-483C512F0133}"/>
              </a:ext>
            </a:extLst>
          </p:cNvPr>
          <p:cNvSpPr>
            <a:spLocks noGrp="1"/>
          </p:cNvSpPr>
          <p:nvPr>
            <p:ph sz="quarter" idx="24"/>
          </p:nvPr>
        </p:nvSpPr>
        <p:spPr>
          <a:xfrm>
            <a:off x="8100483" y="5131378"/>
            <a:ext cx="2628900" cy="520700"/>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345666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CED4E-3ACC-EE48-9B83-40CB0462E2EB}"/>
              </a:ext>
            </a:extLst>
          </p:cNvPr>
          <p:cNvSpPr>
            <a:spLocks noGrp="1"/>
          </p:cNvSpPr>
          <p:nvPr>
            <p:ph type="ctrTitle"/>
          </p:nvPr>
        </p:nvSpPr>
        <p:spPr>
          <a:xfrm>
            <a:off x="4038600" y="1143000"/>
            <a:ext cx="7315200" cy="4572000"/>
          </a:xfrm>
        </p:spPr>
        <p:txBody>
          <a:bodyPr/>
          <a:lstStyle/>
          <a:p>
            <a:r>
              <a:rPr lang="en-US" altLang="zh-CN" noProof="0"/>
              <a:t>Pricing Strategies</a:t>
            </a:r>
            <a:endParaRPr lang="en-US"/>
          </a:p>
        </p:txBody>
      </p:sp>
    </p:spTree>
    <p:extLst>
      <p:ext uri="{BB962C8B-B14F-4D97-AF65-F5344CB8AC3E}">
        <p14:creationId xmlns:p14="http://schemas.microsoft.com/office/powerpoint/2010/main" val="3783818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A42E-9736-6C75-0BD3-DB4B8795BBF5}"/>
              </a:ext>
            </a:extLst>
          </p:cNvPr>
          <p:cNvSpPr>
            <a:spLocks noGrp="1"/>
          </p:cNvSpPr>
          <p:nvPr>
            <p:ph type="title"/>
          </p:nvPr>
        </p:nvSpPr>
        <p:spPr>
          <a:xfrm>
            <a:off x="467360" y="619059"/>
            <a:ext cx="3759200" cy="5594705"/>
          </a:xfrm>
        </p:spPr>
        <p:txBody>
          <a:bodyPr/>
          <a:lstStyle/>
          <a:p>
            <a:r>
              <a:rPr lang="en-US" altLang="zh-CN" noProof="0"/>
              <a:t>Pricing Models</a:t>
            </a:r>
            <a:endParaRPr lang="zh-CN" altLang="en-US"/>
          </a:p>
        </p:txBody>
      </p:sp>
      <p:sp>
        <p:nvSpPr>
          <p:cNvPr id="3" name="Content Placeholder 2">
            <a:extLst>
              <a:ext uri="{FF2B5EF4-FFF2-40B4-BE49-F238E27FC236}">
                <a16:creationId xmlns:a16="http://schemas.microsoft.com/office/drawing/2014/main" id="{D91EF6F2-60D2-D6A2-2691-63482C2296E1}"/>
              </a:ext>
            </a:extLst>
          </p:cNvPr>
          <p:cNvSpPr>
            <a:spLocks noGrp="1"/>
          </p:cNvSpPr>
          <p:nvPr>
            <p:ph type="body" sz="quarter" idx="13"/>
          </p:nvPr>
        </p:nvSpPr>
        <p:spPr>
          <a:xfrm>
            <a:off x="4656975" y="1747304"/>
            <a:ext cx="3175798"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AF4981FB-874D-7F92-8011-A01631501128}"/>
              </a:ext>
            </a:extLst>
          </p:cNvPr>
          <p:cNvSpPr>
            <a:spLocks noGrp="1"/>
          </p:cNvSpPr>
          <p:nvPr>
            <p:ph type="body" sz="quarter" idx="14"/>
          </p:nvPr>
        </p:nvSpPr>
        <p:spPr>
          <a:xfrm>
            <a:off x="4656974" y="2536735"/>
            <a:ext cx="3175798"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C2A3A688-5EB2-32AC-E9D1-5982A83830B1}"/>
              </a:ext>
            </a:extLst>
          </p:cNvPr>
          <p:cNvSpPr>
            <a:spLocks noGrp="1"/>
          </p:cNvSpPr>
          <p:nvPr>
            <p:ph type="body" sz="quarter" idx="21"/>
          </p:nvPr>
        </p:nvSpPr>
        <p:spPr>
          <a:xfrm>
            <a:off x="8253278" y="1747304"/>
            <a:ext cx="3175798"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E17D49B7-2BBF-8E56-877A-83C51427A22A}"/>
              </a:ext>
            </a:extLst>
          </p:cNvPr>
          <p:cNvSpPr>
            <a:spLocks noGrp="1"/>
          </p:cNvSpPr>
          <p:nvPr>
            <p:ph type="body" sz="quarter" idx="22"/>
          </p:nvPr>
        </p:nvSpPr>
        <p:spPr>
          <a:xfrm>
            <a:off x="8253277" y="2536735"/>
            <a:ext cx="3175798" cy="466492"/>
          </a:xfrm>
        </p:spPr>
        <p:txBody>
          <a:bodyPr/>
          <a:lstStyle/>
          <a:p>
            <a:r>
              <a:rPr lang="en-US" altLang="zh-CN"/>
              <a:t>Add a brief subitem here.</a:t>
            </a:r>
            <a:endParaRPr lang="zh-CN" altLang="en-US"/>
          </a:p>
          <a:p>
            <a:endParaRPr lang="zh-CN" altLang="en-US"/>
          </a:p>
        </p:txBody>
      </p:sp>
      <p:sp>
        <p:nvSpPr>
          <p:cNvPr id="5" name="Content Placeholder 4">
            <a:extLst>
              <a:ext uri="{FF2B5EF4-FFF2-40B4-BE49-F238E27FC236}">
                <a16:creationId xmlns:a16="http://schemas.microsoft.com/office/drawing/2014/main" id="{0998B84F-BAFC-71E2-9D33-FD05BB93A687}"/>
              </a:ext>
            </a:extLst>
          </p:cNvPr>
          <p:cNvSpPr>
            <a:spLocks noGrp="1"/>
          </p:cNvSpPr>
          <p:nvPr>
            <p:ph type="body" sz="quarter" idx="23"/>
          </p:nvPr>
        </p:nvSpPr>
        <p:spPr>
          <a:xfrm>
            <a:off x="4656974" y="3604871"/>
            <a:ext cx="3175798"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7C235E36-D042-BE38-C999-D2986BD91267}"/>
              </a:ext>
            </a:extLst>
          </p:cNvPr>
          <p:cNvSpPr>
            <a:spLocks noGrp="1"/>
          </p:cNvSpPr>
          <p:nvPr>
            <p:ph type="body" sz="quarter" idx="24"/>
          </p:nvPr>
        </p:nvSpPr>
        <p:spPr>
          <a:xfrm>
            <a:off x="4656973" y="4394302"/>
            <a:ext cx="3175798"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4A1F7D29-C5CD-4808-592B-E6E75A23900B}"/>
              </a:ext>
            </a:extLst>
          </p:cNvPr>
          <p:cNvSpPr>
            <a:spLocks noGrp="1"/>
          </p:cNvSpPr>
          <p:nvPr>
            <p:ph type="body" sz="quarter" idx="25"/>
          </p:nvPr>
        </p:nvSpPr>
        <p:spPr>
          <a:xfrm>
            <a:off x="8253277" y="3604871"/>
            <a:ext cx="3175798"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5E36C1B5-0544-BAC0-A591-C8BCC921E74C}"/>
              </a:ext>
            </a:extLst>
          </p:cNvPr>
          <p:cNvSpPr>
            <a:spLocks noGrp="1"/>
          </p:cNvSpPr>
          <p:nvPr>
            <p:ph type="body" sz="quarter" idx="26"/>
          </p:nvPr>
        </p:nvSpPr>
        <p:spPr>
          <a:xfrm>
            <a:off x="8253276" y="4394302"/>
            <a:ext cx="3175798"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221531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1C5F-1BE9-6249-55DF-5CF9F070621B}"/>
              </a:ext>
            </a:extLst>
          </p:cNvPr>
          <p:cNvSpPr>
            <a:spLocks noGrp="1"/>
          </p:cNvSpPr>
          <p:nvPr>
            <p:ph type="title"/>
          </p:nvPr>
        </p:nvSpPr>
        <p:spPr>
          <a:xfrm>
            <a:off x="1416050" y="622569"/>
            <a:ext cx="9360000" cy="2423843"/>
          </a:xfrm>
        </p:spPr>
        <p:txBody>
          <a:bodyPr/>
          <a:lstStyle/>
          <a:p>
            <a:r>
              <a:rPr lang="en-US" altLang="zh-CN" noProof="0"/>
              <a:t>Competitive Pricing</a:t>
            </a:r>
            <a:endParaRPr lang="zh-CN" altLang="en-US"/>
          </a:p>
        </p:txBody>
      </p:sp>
      <p:sp>
        <p:nvSpPr>
          <p:cNvPr id="3" name="TextBox 2">
            <a:extLst>
              <a:ext uri="{FF2B5EF4-FFF2-40B4-BE49-F238E27FC236}">
                <a16:creationId xmlns:a16="http://schemas.microsoft.com/office/drawing/2014/main" id="{4F1C075C-44D7-0549-B396-C4FD132B3983}"/>
              </a:ext>
            </a:extLst>
          </p:cNvPr>
          <p:cNvSpPr>
            <a:spLocks noGrp="1"/>
          </p:cNvSpPr>
          <p:nvPr>
            <p:ph sz="quarter" idx="13"/>
          </p:nvPr>
        </p:nvSpPr>
        <p:spPr>
          <a:xfrm>
            <a:off x="1416051" y="3315855"/>
            <a:ext cx="9359999" cy="2133600"/>
          </a:xfrm>
        </p:spPr>
        <p:txBody>
          <a:bodyPr lIns="0" tIns="0" rIns="0" bIns="0">
            <a:noAutofit/>
          </a:bodyPr>
          <a:lstStyle/>
          <a:p>
            <a:r>
              <a:rPr lang="en-US" altLang="zh-CN"/>
              <a:t>Write a comprehensive explanation for this section, including critical points, examples, and supporting arguments to provide clarity and depth. Highlight key details, elaborate on their significance, and ensure the audience fully understands the content.</a:t>
            </a:r>
            <a:endParaRPr lang="en-US" altLang="zh-CN" noProof="1"/>
          </a:p>
          <a:p>
            <a:endParaRPr lang="zh-CN" altLang="en-US"/>
          </a:p>
        </p:txBody>
      </p:sp>
    </p:spTree>
    <p:extLst>
      <p:ext uri="{BB962C8B-B14F-4D97-AF65-F5344CB8AC3E}">
        <p14:creationId xmlns:p14="http://schemas.microsoft.com/office/powerpoint/2010/main" val="200742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D13D-9ACE-DE0A-E458-47490919420C}"/>
              </a:ext>
            </a:extLst>
          </p:cNvPr>
          <p:cNvSpPr>
            <a:spLocks noGrp="1"/>
          </p:cNvSpPr>
          <p:nvPr>
            <p:ph type="ctrTitle"/>
          </p:nvPr>
        </p:nvSpPr>
        <p:spPr>
          <a:xfrm>
            <a:off x="838200" y="1143000"/>
            <a:ext cx="7315200" cy="4572000"/>
          </a:xfrm>
        </p:spPr>
        <p:txBody>
          <a:bodyPr/>
          <a:lstStyle/>
          <a:p>
            <a:r>
              <a:rPr lang="en-US" altLang="zh-CN"/>
              <a:t>Sales Channels</a:t>
            </a:r>
            <a:endParaRPr lang="en-US"/>
          </a:p>
        </p:txBody>
      </p:sp>
    </p:spTree>
    <p:extLst>
      <p:ext uri="{BB962C8B-B14F-4D97-AF65-F5344CB8AC3E}">
        <p14:creationId xmlns:p14="http://schemas.microsoft.com/office/powerpoint/2010/main" val="296988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FC14-7E0F-23AB-D905-780B752EC6AA}"/>
              </a:ext>
            </a:extLst>
          </p:cNvPr>
          <p:cNvSpPr>
            <a:spLocks noGrp="1"/>
          </p:cNvSpPr>
          <p:nvPr>
            <p:ph type="title"/>
          </p:nvPr>
        </p:nvSpPr>
        <p:spPr>
          <a:xfrm>
            <a:off x="358198" y="500240"/>
            <a:ext cx="11475604" cy="1073476"/>
          </a:xfrm>
        </p:spPr>
        <p:txBody>
          <a:bodyPr/>
          <a:lstStyle/>
          <a:p>
            <a:r>
              <a:rPr lang="en-US" altLang="zh-CN" noProof="0"/>
              <a:t>Channel Overview</a:t>
            </a:r>
            <a:endParaRPr lang="zh-CN" altLang="en-US"/>
          </a:p>
        </p:txBody>
      </p:sp>
      <p:sp>
        <p:nvSpPr>
          <p:cNvPr id="3" name="Text Placeholder 2">
            <a:extLst>
              <a:ext uri="{FF2B5EF4-FFF2-40B4-BE49-F238E27FC236}">
                <a16:creationId xmlns:a16="http://schemas.microsoft.com/office/drawing/2014/main" id="{C196E0DC-CAA8-4707-1478-1274F73DA5C5}"/>
              </a:ext>
            </a:extLst>
          </p:cNvPr>
          <p:cNvSpPr>
            <a:spLocks noGrp="1"/>
          </p:cNvSpPr>
          <p:nvPr>
            <p:ph type="body" sz="quarter" idx="28"/>
          </p:nvPr>
        </p:nvSpPr>
        <p:spPr>
          <a:xfrm>
            <a:off x="5844883" y="2081211"/>
            <a:ext cx="502234" cy="363433"/>
          </a:xfrm>
        </p:spPr>
        <p:txBody>
          <a:bodyPr/>
          <a:lstStyle/>
          <a:p>
            <a:r>
              <a:rPr lang="en-US" altLang="zh-CN"/>
              <a:t>01</a:t>
            </a:r>
            <a:endParaRPr lang="zh-CN" altLang="en-US"/>
          </a:p>
        </p:txBody>
      </p:sp>
      <p:sp>
        <p:nvSpPr>
          <p:cNvPr id="10" name="Text Placeholder 9">
            <a:extLst>
              <a:ext uri="{FF2B5EF4-FFF2-40B4-BE49-F238E27FC236}">
                <a16:creationId xmlns:a16="http://schemas.microsoft.com/office/drawing/2014/main" id="{C9125BEC-8C63-13BB-BA1B-EAF922382C5E}"/>
              </a:ext>
            </a:extLst>
          </p:cNvPr>
          <p:cNvSpPr>
            <a:spLocks noGrp="1"/>
          </p:cNvSpPr>
          <p:nvPr>
            <p:ph type="body" sz="quarter" idx="37"/>
          </p:nvPr>
        </p:nvSpPr>
        <p:spPr>
          <a:xfrm>
            <a:off x="688964" y="2571409"/>
            <a:ext cx="3732219" cy="605232"/>
          </a:xfrm>
        </p:spPr>
        <p:txBody>
          <a:bodyPr/>
          <a:lstStyle/>
          <a:p>
            <a:r>
              <a:rPr lang="en-US" altLang="zh-CN"/>
              <a:t>Item title</a:t>
            </a:r>
          </a:p>
        </p:txBody>
      </p:sp>
      <p:sp>
        <p:nvSpPr>
          <p:cNvPr id="11" name="Text Placeholder 10">
            <a:extLst>
              <a:ext uri="{FF2B5EF4-FFF2-40B4-BE49-F238E27FC236}">
                <a16:creationId xmlns:a16="http://schemas.microsoft.com/office/drawing/2014/main" id="{EAE80941-0A33-6BC4-7E26-D989F1DC8F0F}"/>
              </a:ext>
            </a:extLst>
          </p:cNvPr>
          <p:cNvSpPr>
            <a:spLocks noGrp="1"/>
          </p:cNvSpPr>
          <p:nvPr>
            <p:ph type="body" sz="quarter" idx="38"/>
          </p:nvPr>
        </p:nvSpPr>
        <p:spPr>
          <a:xfrm>
            <a:off x="688964" y="3354800"/>
            <a:ext cx="3732219" cy="365126"/>
          </a:xfrm>
        </p:spPr>
        <p:txBody>
          <a:bodyPr/>
          <a:lstStyle/>
          <a:p>
            <a:r>
              <a:rPr lang="en-US" altLang="zh-CN"/>
              <a:t>Add a brief subitem here.</a:t>
            </a:r>
          </a:p>
        </p:txBody>
      </p:sp>
      <p:sp>
        <p:nvSpPr>
          <p:cNvPr id="4" name="Text Placeholder 3">
            <a:extLst>
              <a:ext uri="{FF2B5EF4-FFF2-40B4-BE49-F238E27FC236}">
                <a16:creationId xmlns:a16="http://schemas.microsoft.com/office/drawing/2014/main" id="{5AD1AE34-E584-3A9F-DF50-88748F0750FF}"/>
              </a:ext>
            </a:extLst>
          </p:cNvPr>
          <p:cNvSpPr>
            <a:spLocks noGrp="1"/>
          </p:cNvSpPr>
          <p:nvPr>
            <p:ph type="body" sz="quarter" idx="29"/>
          </p:nvPr>
        </p:nvSpPr>
        <p:spPr>
          <a:xfrm>
            <a:off x="6897507" y="3876694"/>
            <a:ext cx="502234" cy="363433"/>
          </a:xfrm>
        </p:spPr>
        <p:txBody>
          <a:bodyPr/>
          <a:lstStyle/>
          <a:p>
            <a:r>
              <a:rPr lang="en-US" altLang="zh-CN"/>
              <a:t>02</a:t>
            </a:r>
            <a:endParaRPr lang="zh-CN" altLang="en-US"/>
          </a:p>
        </p:txBody>
      </p:sp>
      <p:sp>
        <p:nvSpPr>
          <p:cNvPr id="8" name="Text Placeholder 7">
            <a:extLst>
              <a:ext uri="{FF2B5EF4-FFF2-40B4-BE49-F238E27FC236}">
                <a16:creationId xmlns:a16="http://schemas.microsoft.com/office/drawing/2014/main" id="{4F986134-DD02-75C2-8F5C-2C82A39AFFD6}"/>
              </a:ext>
            </a:extLst>
          </p:cNvPr>
          <p:cNvSpPr>
            <a:spLocks noGrp="1"/>
          </p:cNvSpPr>
          <p:nvPr>
            <p:ph type="body" sz="quarter" idx="35"/>
          </p:nvPr>
        </p:nvSpPr>
        <p:spPr>
          <a:xfrm>
            <a:off x="7770817" y="2571409"/>
            <a:ext cx="3732219" cy="605232"/>
          </a:xfrm>
        </p:spPr>
        <p:txBody>
          <a:bodyPr/>
          <a:lstStyle/>
          <a:p>
            <a:r>
              <a:rPr lang="en-US" altLang="zh-CN"/>
              <a:t>Item title</a:t>
            </a:r>
          </a:p>
        </p:txBody>
      </p:sp>
      <p:sp>
        <p:nvSpPr>
          <p:cNvPr id="9" name="Text Placeholder 8">
            <a:extLst>
              <a:ext uri="{FF2B5EF4-FFF2-40B4-BE49-F238E27FC236}">
                <a16:creationId xmlns:a16="http://schemas.microsoft.com/office/drawing/2014/main" id="{CC59ACBD-C48A-F14D-9637-FD0F8B13A948}"/>
              </a:ext>
            </a:extLst>
          </p:cNvPr>
          <p:cNvSpPr>
            <a:spLocks noGrp="1"/>
          </p:cNvSpPr>
          <p:nvPr>
            <p:ph type="body" sz="quarter" idx="36"/>
          </p:nvPr>
        </p:nvSpPr>
        <p:spPr>
          <a:xfrm>
            <a:off x="7770817" y="3354800"/>
            <a:ext cx="3732219" cy="365126"/>
          </a:xfrm>
        </p:spPr>
        <p:txBody>
          <a:bodyPr/>
          <a:lstStyle/>
          <a:p>
            <a:r>
              <a:rPr lang="en-US" altLang="zh-CN"/>
              <a:t>Add a brief subitem here.</a:t>
            </a:r>
          </a:p>
        </p:txBody>
      </p:sp>
      <p:sp>
        <p:nvSpPr>
          <p:cNvPr id="5" name="Text Placeholder 4">
            <a:extLst>
              <a:ext uri="{FF2B5EF4-FFF2-40B4-BE49-F238E27FC236}">
                <a16:creationId xmlns:a16="http://schemas.microsoft.com/office/drawing/2014/main" id="{587E4E8C-FA44-880E-5F01-FE338EE5BE7E}"/>
              </a:ext>
            </a:extLst>
          </p:cNvPr>
          <p:cNvSpPr>
            <a:spLocks noGrp="1"/>
          </p:cNvSpPr>
          <p:nvPr>
            <p:ph type="body" sz="quarter" idx="30"/>
          </p:nvPr>
        </p:nvSpPr>
        <p:spPr>
          <a:xfrm>
            <a:off x="4792259" y="3876693"/>
            <a:ext cx="502234" cy="363433"/>
          </a:xfrm>
        </p:spPr>
        <p:txBody>
          <a:bodyPr/>
          <a:lstStyle/>
          <a:p>
            <a:r>
              <a:rPr lang="en-US" altLang="zh-CN"/>
              <a:t>03</a:t>
            </a:r>
            <a:endParaRPr lang="zh-CN" altLang="en-US"/>
          </a:p>
        </p:txBody>
      </p:sp>
      <p:sp>
        <p:nvSpPr>
          <p:cNvPr id="6" name="Text Placeholder 5">
            <a:extLst>
              <a:ext uri="{FF2B5EF4-FFF2-40B4-BE49-F238E27FC236}">
                <a16:creationId xmlns:a16="http://schemas.microsoft.com/office/drawing/2014/main" id="{0A149E17-F6BC-5F7F-5519-2AB648B65390}"/>
              </a:ext>
            </a:extLst>
          </p:cNvPr>
          <p:cNvSpPr>
            <a:spLocks noGrp="1"/>
          </p:cNvSpPr>
          <p:nvPr>
            <p:ph type="body" sz="quarter" idx="33"/>
          </p:nvPr>
        </p:nvSpPr>
        <p:spPr>
          <a:xfrm>
            <a:off x="4229891" y="5144316"/>
            <a:ext cx="3732219" cy="605232"/>
          </a:xfrm>
        </p:spPr>
        <p:txBody>
          <a:bodyPr/>
          <a:lstStyle/>
          <a:p>
            <a:r>
              <a:rPr lang="en-US" altLang="zh-CN"/>
              <a:t>Item title</a:t>
            </a:r>
          </a:p>
        </p:txBody>
      </p:sp>
      <p:sp>
        <p:nvSpPr>
          <p:cNvPr id="7" name="Text Placeholder 6">
            <a:extLst>
              <a:ext uri="{FF2B5EF4-FFF2-40B4-BE49-F238E27FC236}">
                <a16:creationId xmlns:a16="http://schemas.microsoft.com/office/drawing/2014/main" id="{8E4EC253-5454-F7E0-DC2F-8BEC1B6FDCA5}"/>
              </a:ext>
            </a:extLst>
          </p:cNvPr>
          <p:cNvSpPr>
            <a:spLocks noGrp="1"/>
          </p:cNvSpPr>
          <p:nvPr>
            <p:ph type="body" sz="quarter" idx="34"/>
          </p:nvPr>
        </p:nvSpPr>
        <p:spPr>
          <a:xfrm>
            <a:off x="4229891" y="5927707"/>
            <a:ext cx="3732219" cy="365126"/>
          </a:xfrm>
        </p:spPr>
        <p:txBody>
          <a:bodyPr/>
          <a:lstStyle/>
          <a:p>
            <a:r>
              <a:rPr lang="en-US" altLang="zh-CN"/>
              <a:t>Add a brief subitem here.</a:t>
            </a:r>
          </a:p>
        </p:txBody>
      </p:sp>
    </p:spTree>
    <p:extLst>
      <p:ext uri="{BB962C8B-B14F-4D97-AF65-F5344CB8AC3E}">
        <p14:creationId xmlns:p14="http://schemas.microsoft.com/office/powerpoint/2010/main" val="1995648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4135-E53C-22E1-821A-2E21E67D01A6}"/>
              </a:ext>
            </a:extLst>
          </p:cNvPr>
          <p:cNvSpPr>
            <a:spLocks noGrp="1"/>
          </p:cNvSpPr>
          <p:nvPr>
            <p:ph type="title"/>
          </p:nvPr>
        </p:nvSpPr>
        <p:spPr>
          <a:xfrm>
            <a:off x="1123942" y="587547"/>
            <a:ext cx="10180800" cy="1288800"/>
          </a:xfrm>
        </p:spPr>
        <p:txBody>
          <a:bodyPr/>
          <a:lstStyle/>
          <a:p>
            <a:r>
              <a:rPr lang="en-US" altLang="zh-CN" noProof="0"/>
              <a:t>Channel Effectiveness</a:t>
            </a:r>
            <a:endParaRPr lang="zh-CN" altLang="en-US"/>
          </a:p>
        </p:txBody>
      </p:sp>
      <p:sp>
        <p:nvSpPr>
          <p:cNvPr id="3" name="Content Placeholder 2">
            <a:extLst>
              <a:ext uri="{FF2B5EF4-FFF2-40B4-BE49-F238E27FC236}">
                <a16:creationId xmlns:a16="http://schemas.microsoft.com/office/drawing/2014/main" id="{F15D05DF-F276-7737-09C0-F362A3137160}"/>
              </a:ext>
            </a:extLst>
          </p:cNvPr>
          <p:cNvSpPr>
            <a:spLocks noGrp="1"/>
          </p:cNvSpPr>
          <p:nvPr>
            <p:ph type="body" sz="quarter" idx="13"/>
          </p:nvPr>
        </p:nvSpPr>
        <p:spPr>
          <a:xfrm>
            <a:off x="1123942" y="2406323"/>
            <a:ext cx="2887089"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3812C5A0-32AD-964F-76FE-DEF88004CCBE}"/>
              </a:ext>
            </a:extLst>
          </p:cNvPr>
          <p:cNvSpPr>
            <a:spLocks noGrp="1"/>
          </p:cNvSpPr>
          <p:nvPr>
            <p:ph type="body" sz="quarter" idx="14"/>
          </p:nvPr>
        </p:nvSpPr>
        <p:spPr>
          <a:xfrm>
            <a:off x="1123941" y="3195754"/>
            <a:ext cx="2887089"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66968F40-FB3A-6E0D-8C9E-7DEA45514303}"/>
              </a:ext>
            </a:extLst>
          </p:cNvPr>
          <p:cNvSpPr>
            <a:spLocks noGrp="1"/>
          </p:cNvSpPr>
          <p:nvPr>
            <p:ph type="body" sz="quarter" idx="21"/>
          </p:nvPr>
        </p:nvSpPr>
        <p:spPr>
          <a:xfrm>
            <a:off x="4720245" y="2406323"/>
            <a:ext cx="2887089"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620CDDFE-ED22-AC2B-146C-E2EF74567DDD}"/>
              </a:ext>
            </a:extLst>
          </p:cNvPr>
          <p:cNvSpPr>
            <a:spLocks noGrp="1"/>
          </p:cNvSpPr>
          <p:nvPr>
            <p:ph type="body" sz="quarter" idx="22"/>
          </p:nvPr>
        </p:nvSpPr>
        <p:spPr>
          <a:xfrm>
            <a:off x="4720244" y="3195754"/>
            <a:ext cx="2887089"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86A2EFE2-113C-799D-986E-0BDBF894092E}"/>
              </a:ext>
            </a:extLst>
          </p:cNvPr>
          <p:cNvSpPr>
            <a:spLocks noGrp="1"/>
          </p:cNvSpPr>
          <p:nvPr>
            <p:ph type="body" sz="quarter" idx="27"/>
          </p:nvPr>
        </p:nvSpPr>
        <p:spPr>
          <a:xfrm>
            <a:off x="8316548" y="2408577"/>
            <a:ext cx="2887089"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4ECDF267-48A4-8B05-2D7D-79CA3D108209}"/>
              </a:ext>
            </a:extLst>
          </p:cNvPr>
          <p:cNvSpPr>
            <a:spLocks noGrp="1"/>
          </p:cNvSpPr>
          <p:nvPr>
            <p:ph type="body" sz="quarter" idx="28"/>
          </p:nvPr>
        </p:nvSpPr>
        <p:spPr>
          <a:xfrm>
            <a:off x="8316547" y="3198008"/>
            <a:ext cx="2887089" cy="466492"/>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383EABEB-D848-42DB-D6BF-BE175DEE1389}"/>
              </a:ext>
            </a:extLst>
          </p:cNvPr>
          <p:cNvSpPr>
            <a:spLocks noGrp="1"/>
          </p:cNvSpPr>
          <p:nvPr>
            <p:ph type="body" sz="quarter" idx="23"/>
          </p:nvPr>
        </p:nvSpPr>
        <p:spPr>
          <a:xfrm>
            <a:off x="1123941" y="4263890"/>
            <a:ext cx="2887089"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1623B8B6-DE45-D95A-2B91-6CDB2470C80E}"/>
              </a:ext>
            </a:extLst>
          </p:cNvPr>
          <p:cNvSpPr>
            <a:spLocks noGrp="1"/>
          </p:cNvSpPr>
          <p:nvPr>
            <p:ph type="body" sz="quarter" idx="24"/>
          </p:nvPr>
        </p:nvSpPr>
        <p:spPr>
          <a:xfrm>
            <a:off x="1123940" y="5053321"/>
            <a:ext cx="2887089" cy="466492"/>
          </a:xfrm>
        </p:spPr>
        <p:txBody>
          <a:bodyPr/>
          <a:lstStyle/>
          <a:p>
            <a:r>
              <a:rPr lang="en-US" altLang="zh-CN"/>
              <a:t>Add a brief subitem here.</a:t>
            </a:r>
            <a:endParaRPr lang="zh-CN" altLang="en-US"/>
          </a:p>
        </p:txBody>
      </p:sp>
      <p:sp>
        <p:nvSpPr>
          <p:cNvPr id="11" name="Content Placeholder 10">
            <a:extLst>
              <a:ext uri="{FF2B5EF4-FFF2-40B4-BE49-F238E27FC236}">
                <a16:creationId xmlns:a16="http://schemas.microsoft.com/office/drawing/2014/main" id="{6CD1A4FD-AB87-BF66-6B74-1B19AE0715B8}"/>
              </a:ext>
            </a:extLst>
          </p:cNvPr>
          <p:cNvSpPr>
            <a:spLocks noGrp="1"/>
          </p:cNvSpPr>
          <p:nvPr>
            <p:ph type="body" sz="quarter" idx="25"/>
          </p:nvPr>
        </p:nvSpPr>
        <p:spPr>
          <a:xfrm>
            <a:off x="4720244" y="4263890"/>
            <a:ext cx="2887089" cy="619136"/>
          </a:xfrm>
        </p:spPr>
        <p:txBody>
          <a:bodyPr/>
          <a:lstStyle/>
          <a:p>
            <a:r>
              <a:rPr lang="en-US" altLang="zh-CN"/>
              <a:t>Item title</a:t>
            </a:r>
          </a:p>
        </p:txBody>
      </p:sp>
      <p:sp>
        <p:nvSpPr>
          <p:cNvPr id="12" name="Content Placeholder 11">
            <a:extLst>
              <a:ext uri="{FF2B5EF4-FFF2-40B4-BE49-F238E27FC236}">
                <a16:creationId xmlns:a16="http://schemas.microsoft.com/office/drawing/2014/main" id="{DDA5CD2E-0542-392E-4A20-4C0BFC620732}"/>
              </a:ext>
            </a:extLst>
          </p:cNvPr>
          <p:cNvSpPr>
            <a:spLocks noGrp="1"/>
          </p:cNvSpPr>
          <p:nvPr>
            <p:ph type="body" sz="quarter" idx="26"/>
          </p:nvPr>
        </p:nvSpPr>
        <p:spPr>
          <a:xfrm>
            <a:off x="4720243" y="5053321"/>
            <a:ext cx="2887089" cy="466492"/>
          </a:xfrm>
        </p:spPr>
        <p:txBody>
          <a:bodyPr/>
          <a:lstStyle/>
          <a:p>
            <a:r>
              <a:rPr lang="en-US" altLang="zh-CN"/>
              <a:t>Add a brief subitem here.</a:t>
            </a:r>
            <a:endParaRPr lang="zh-CN" altLang="en-US"/>
          </a:p>
        </p:txBody>
      </p:sp>
      <p:sp>
        <p:nvSpPr>
          <p:cNvPr id="13" name="Content Placeholder 12">
            <a:extLst>
              <a:ext uri="{FF2B5EF4-FFF2-40B4-BE49-F238E27FC236}">
                <a16:creationId xmlns:a16="http://schemas.microsoft.com/office/drawing/2014/main" id="{1516BEBB-01BB-7220-B2D0-B7C65F999A85}"/>
              </a:ext>
            </a:extLst>
          </p:cNvPr>
          <p:cNvSpPr>
            <a:spLocks noGrp="1"/>
          </p:cNvSpPr>
          <p:nvPr>
            <p:ph type="body" sz="quarter" idx="29"/>
          </p:nvPr>
        </p:nvSpPr>
        <p:spPr>
          <a:xfrm>
            <a:off x="8316547" y="4266144"/>
            <a:ext cx="2887089" cy="619136"/>
          </a:xfrm>
        </p:spPr>
        <p:txBody>
          <a:bodyPr/>
          <a:lstStyle/>
          <a:p>
            <a:r>
              <a:rPr lang="en-US" altLang="zh-CN"/>
              <a:t>Item title</a:t>
            </a:r>
          </a:p>
        </p:txBody>
      </p:sp>
      <p:sp>
        <p:nvSpPr>
          <p:cNvPr id="14" name="Content Placeholder 13">
            <a:extLst>
              <a:ext uri="{FF2B5EF4-FFF2-40B4-BE49-F238E27FC236}">
                <a16:creationId xmlns:a16="http://schemas.microsoft.com/office/drawing/2014/main" id="{FD63DE13-7D79-04F1-3537-07E3B2D3C360}"/>
              </a:ext>
            </a:extLst>
          </p:cNvPr>
          <p:cNvSpPr>
            <a:spLocks noGrp="1"/>
          </p:cNvSpPr>
          <p:nvPr>
            <p:ph type="body" sz="quarter" idx="30"/>
          </p:nvPr>
        </p:nvSpPr>
        <p:spPr>
          <a:xfrm>
            <a:off x="8316546" y="5055575"/>
            <a:ext cx="2887089"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3712588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25F1B-349C-473A-5825-789E4EE2D8F2}"/>
              </a:ext>
            </a:extLst>
          </p:cNvPr>
          <p:cNvSpPr>
            <a:spLocks noGrp="1"/>
          </p:cNvSpPr>
          <p:nvPr>
            <p:ph type="ctrTitle"/>
          </p:nvPr>
        </p:nvSpPr>
        <p:spPr>
          <a:xfrm>
            <a:off x="4038600" y="1143000"/>
            <a:ext cx="7315200" cy="4572000"/>
          </a:xfrm>
        </p:spPr>
        <p:txBody>
          <a:bodyPr/>
          <a:lstStyle/>
          <a:p>
            <a:r>
              <a:rPr lang="en-US" altLang="zh-CN"/>
              <a:t>Implementation Plan</a:t>
            </a:r>
            <a:endParaRPr lang="en-US"/>
          </a:p>
        </p:txBody>
      </p:sp>
    </p:spTree>
    <p:extLst>
      <p:ext uri="{BB962C8B-B14F-4D97-AF65-F5344CB8AC3E}">
        <p14:creationId xmlns:p14="http://schemas.microsoft.com/office/powerpoint/2010/main" val="3797002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E1BBC-7BE8-22B7-F2AD-7A9D8B3C9F46}"/>
              </a:ext>
            </a:extLst>
          </p:cNvPr>
          <p:cNvSpPr>
            <a:spLocks noGrp="1"/>
          </p:cNvSpPr>
          <p:nvPr>
            <p:ph type="title"/>
          </p:nvPr>
        </p:nvSpPr>
        <p:spPr>
          <a:xfrm>
            <a:off x="2240400" y="2855363"/>
            <a:ext cx="7711200" cy="1144800"/>
          </a:xfrm>
        </p:spPr>
        <p:txBody>
          <a:bodyPr>
            <a:noAutofit/>
          </a:bodyPr>
          <a:lstStyle/>
          <a:p>
            <a:r>
              <a:rPr lang="en-US" altLang="zh-CN" noProof="0"/>
              <a:t>Action Steps</a:t>
            </a:r>
            <a:endParaRPr lang="zh-CN" altLang="en-US"/>
          </a:p>
        </p:txBody>
      </p:sp>
      <p:sp>
        <p:nvSpPr>
          <p:cNvPr id="9" name="Text Placeholder 8">
            <a:extLst>
              <a:ext uri="{FF2B5EF4-FFF2-40B4-BE49-F238E27FC236}">
                <a16:creationId xmlns:a16="http://schemas.microsoft.com/office/drawing/2014/main" id="{77500A15-F994-7B13-1223-D82CA61660F3}"/>
              </a:ext>
            </a:extLst>
          </p:cNvPr>
          <p:cNvSpPr>
            <a:spLocks noGrp="1"/>
          </p:cNvSpPr>
          <p:nvPr>
            <p:ph type="body" sz="quarter" idx="25"/>
          </p:nvPr>
        </p:nvSpPr>
        <p:spPr>
          <a:xfrm>
            <a:off x="3462135" y="2561917"/>
            <a:ext cx="502234" cy="273146"/>
          </a:xfrm>
        </p:spPr>
        <p:txBody>
          <a:bodyPr>
            <a:noAutofit/>
          </a:bodyPr>
          <a:lstStyle/>
          <a:p>
            <a:r>
              <a:rPr lang="en-US" altLang="zh-CN"/>
              <a:t>01</a:t>
            </a:r>
            <a:endParaRPr lang="zh-CN" altLang="en-US"/>
          </a:p>
        </p:txBody>
      </p:sp>
      <p:sp>
        <p:nvSpPr>
          <p:cNvPr id="3" name="Text Placeholder 2">
            <a:extLst>
              <a:ext uri="{FF2B5EF4-FFF2-40B4-BE49-F238E27FC236}">
                <a16:creationId xmlns:a16="http://schemas.microsoft.com/office/drawing/2014/main" id="{923D57B9-096C-350A-EF20-BA0D2C8B81AF}"/>
              </a:ext>
            </a:extLst>
          </p:cNvPr>
          <p:cNvSpPr>
            <a:spLocks noGrp="1"/>
          </p:cNvSpPr>
          <p:nvPr>
            <p:ph type="body" sz="quarter" idx="13"/>
          </p:nvPr>
        </p:nvSpPr>
        <p:spPr>
          <a:xfrm>
            <a:off x="2627195" y="895747"/>
            <a:ext cx="2172114" cy="619136"/>
          </a:xfrm>
        </p:spPr>
        <p:txBody>
          <a:bodyPr>
            <a:noAutofit/>
          </a:bodyPr>
          <a:lstStyle/>
          <a:p>
            <a:r>
              <a:rPr lang="en-US" altLang="zh-CN"/>
              <a:t>Item title</a:t>
            </a:r>
          </a:p>
        </p:txBody>
      </p:sp>
      <p:sp>
        <p:nvSpPr>
          <p:cNvPr id="4" name="Text Placeholder 3">
            <a:extLst>
              <a:ext uri="{FF2B5EF4-FFF2-40B4-BE49-F238E27FC236}">
                <a16:creationId xmlns:a16="http://schemas.microsoft.com/office/drawing/2014/main" id="{D0A1582F-7815-6413-A580-ADEEDC17760C}"/>
              </a:ext>
            </a:extLst>
          </p:cNvPr>
          <p:cNvSpPr>
            <a:spLocks noGrp="1"/>
          </p:cNvSpPr>
          <p:nvPr>
            <p:ph type="body" sz="quarter" idx="14"/>
          </p:nvPr>
        </p:nvSpPr>
        <p:spPr>
          <a:xfrm>
            <a:off x="2627195" y="1712663"/>
            <a:ext cx="2172114" cy="537150"/>
          </a:xfrm>
        </p:spPr>
        <p:txBody>
          <a:bodyPr>
            <a:noAutofit/>
          </a:bodyPr>
          <a:lstStyle/>
          <a:p>
            <a:r>
              <a:rPr lang="en-US" altLang="zh-CN"/>
              <a:t>Add a brief subitem here.</a:t>
            </a:r>
            <a:endParaRPr lang="zh-CN" altLang="en-US"/>
          </a:p>
        </p:txBody>
      </p:sp>
      <p:sp>
        <p:nvSpPr>
          <p:cNvPr id="10" name="Text Placeholder 9">
            <a:extLst>
              <a:ext uri="{FF2B5EF4-FFF2-40B4-BE49-F238E27FC236}">
                <a16:creationId xmlns:a16="http://schemas.microsoft.com/office/drawing/2014/main" id="{ED1F67BA-E709-F742-C20E-C1B2797824A7}"/>
              </a:ext>
            </a:extLst>
          </p:cNvPr>
          <p:cNvSpPr>
            <a:spLocks noGrp="1"/>
          </p:cNvSpPr>
          <p:nvPr>
            <p:ph type="body" sz="quarter" idx="26"/>
          </p:nvPr>
        </p:nvSpPr>
        <p:spPr>
          <a:xfrm>
            <a:off x="5844883" y="2561917"/>
            <a:ext cx="502234" cy="273146"/>
          </a:xfrm>
        </p:spPr>
        <p:txBody>
          <a:bodyPr>
            <a:noAutofit/>
          </a:bodyPr>
          <a:lstStyle/>
          <a:p>
            <a:r>
              <a:rPr lang="en-US" altLang="zh-CN"/>
              <a:t>02</a:t>
            </a:r>
            <a:endParaRPr lang="zh-CN" altLang="en-US"/>
          </a:p>
        </p:txBody>
      </p:sp>
      <p:sp>
        <p:nvSpPr>
          <p:cNvPr id="5" name="Text Placeholder 4">
            <a:extLst>
              <a:ext uri="{FF2B5EF4-FFF2-40B4-BE49-F238E27FC236}">
                <a16:creationId xmlns:a16="http://schemas.microsoft.com/office/drawing/2014/main" id="{D1450A31-6A14-2EDE-AB65-6C3CDCD2321B}"/>
              </a:ext>
            </a:extLst>
          </p:cNvPr>
          <p:cNvSpPr>
            <a:spLocks noGrp="1"/>
          </p:cNvSpPr>
          <p:nvPr>
            <p:ph type="body" sz="quarter" idx="16"/>
          </p:nvPr>
        </p:nvSpPr>
        <p:spPr>
          <a:xfrm>
            <a:off x="5009943" y="895747"/>
            <a:ext cx="2172114" cy="619136"/>
          </a:xfrm>
        </p:spPr>
        <p:txBody>
          <a:bodyPr>
            <a:noAutofit/>
          </a:bodyPr>
          <a:lstStyle/>
          <a:p>
            <a:r>
              <a:rPr lang="en-US" altLang="zh-CN"/>
              <a:t>Item title</a:t>
            </a:r>
          </a:p>
        </p:txBody>
      </p:sp>
      <p:sp>
        <p:nvSpPr>
          <p:cNvPr id="6" name="Text Placeholder 5">
            <a:extLst>
              <a:ext uri="{FF2B5EF4-FFF2-40B4-BE49-F238E27FC236}">
                <a16:creationId xmlns:a16="http://schemas.microsoft.com/office/drawing/2014/main" id="{372F9C2C-6A2A-9F9D-AABB-8C64FDE9CA70}"/>
              </a:ext>
            </a:extLst>
          </p:cNvPr>
          <p:cNvSpPr>
            <a:spLocks noGrp="1"/>
          </p:cNvSpPr>
          <p:nvPr>
            <p:ph type="body" sz="quarter" idx="15"/>
          </p:nvPr>
        </p:nvSpPr>
        <p:spPr>
          <a:xfrm>
            <a:off x="5009943" y="1712663"/>
            <a:ext cx="2172114" cy="537150"/>
          </a:xfrm>
        </p:spPr>
        <p:txBody>
          <a:bodyPr>
            <a:noAutofit/>
          </a:bodyPr>
          <a:lstStyle/>
          <a:p>
            <a:r>
              <a:rPr lang="en-US" altLang="zh-CN"/>
              <a:t>Add a brief subitem here.</a:t>
            </a:r>
            <a:endParaRPr lang="zh-CN" altLang="en-US"/>
          </a:p>
        </p:txBody>
      </p:sp>
      <p:sp>
        <p:nvSpPr>
          <p:cNvPr id="11" name="Text Placeholder 10">
            <a:extLst>
              <a:ext uri="{FF2B5EF4-FFF2-40B4-BE49-F238E27FC236}">
                <a16:creationId xmlns:a16="http://schemas.microsoft.com/office/drawing/2014/main" id="{4AC04ECB-9745-A03D-0871-E45AA5DE24ED}"/>
              </a:ext>
            </a:extLst>
          </p:cNvPr>
          <p:cNvSpPr>
            <a:spLocks noGrp="1"/>
          </p:cNvSpPr>
          <p:nvPr>
            <p:ph type="body" sz="quarter" idx="27"/>
          </p:nvPr>
        </p:nvSpPr>
        <p:spPr>
          <a:xfrm>
            <a:off x="8223147" y="2561917"/>
            <a:ext cx="502234" cy="273146"/>
          </a:xfrm>
        </p:spPr>
        <p:txBody>
          <a:bodyPr>
            <a:noAutofit/>
          </a:bodyPr>
          <a:lstStyle/>
          <a:p>
            <a:r>
              <a:rPr lang="en-US" altLang="zh-CN"/>
              <a:t>03</a:t>
            </a:r>
            <a:endParaRPr lang="zh-CN" altLang="en-US"/>
          </a:p>
        </p:txBody>
      </p:sp>
      <p:sp>
        <p:nvSpPr>
          <p:cNvPr id="7" name="Text Placeholder 6">
            <a:extLst>
              <a:ext uri="{FF2B5EF4-FFF2-40B4-BE49-F238E27FC236}">
                <a16:creationId xmlns:a16="http://schemas.microsoft.com/office/drawing/2014/main" id="{AB51550D-20BB-7751-B6F0-BBCEC653A5D9}"/>
              </a:ext>
            </a:extLst>
          </p:cNvPr>
          <p:cNvSpPr>
            <a:spLocks noGrp="1"/>
          </p:cNvSpPr>
          <p:nvPr>
            <p:ph type="body" sz="quarter" idx="18"/>
          </p:nvPr>
        </p:nvSpPr>
        <p:spPr>
          <a:xfrm>
            <a:off x="7392691" y="895747"/>
            <a:ext cx="2172114" cy="619136"/>
          </a:xfrm>
        </p:spPr>
        <p:txBody>
          <a:bodyPr>
            <a:noAutofit/>
          </a:bodyPr>
          <a:lstStyle/>
          <a:p>
            <a:r>
              <a:rPr lang="en-US" altLang="zh-CN"/>
              <a:t>Item title</a:t>
            </a:r>
          </a:p>
        </p:txBody>
      </p:sp>
      <p:sp>
        <p:nvSpPr>
          <p:cNvPr id="8" name="Text Placeholder 7">
            <a:extLst>
              <a:ext uri="{FF2B5EF4-FFF2-40B4-BE49-F238E27FC236}">
                <a16:creationId xmlns:a16="http://schemas.microsoft.com/office/drawing/2014/main" id="{272F1EF1-F1C8-40B7-D48D-41C3D03758A7}"/>
              </a:ext>
            </a:extLst>
          </p:cNvPr>
          <p:cNvSpPr>
            <a:spLocks noGrp="1"/>
          </p:cNvSpPr>
          <p:nvPr>
            <p:ph type="body" sz="quarter" idx="17"/>
          </p:nvPr>
        </p:nvSpPr>
        <p:spPr>
          <a:xfrm>
            <a:off x="7392691" y="1712663"/>
            <a:ext cx="2172114" cy="537150"/>
          </a:xfrm>
        </p:spPr>
        <p:txBody>
          <a:bodyPr>
            <a:noAutofit/>
          </a:bodyPr>
          <a:lstStyle/>
          <a:p>
            <a:r>
              <a:rPr lang="en-US" altLang="zh-CN"/>
              <a:t>Add a brief subitem here.</a:t>
            </a:r>
            <a:endParaRPr lang="zh-CN" altLang="en-US"/>
          </a:p>
        </p:txBody>
      </p:sp>
      <p:sp>
        <p:nvSpPr>
          <p:cNvPr id="14" name="Text Placeholder 13">
            <a:extLst>
              <a:ext uri="{FF2B5EF4-FFF2-40B4-BE49-F238E27FC236}">
                <a16:creationId xmlns:a16="http://schemas.microsoft.com/office/drawing/2014/main" id="{ED967365-6DF2-FAE8-675E-848ADD36C496}"/>
              </a:ext>
            </a:extLst>
          </p:cNvPr>
          <p:cNvSpPr>
            <a:spLocks noGrp="1"/>
          </p:cNvSpPr>
          <p:nvPr>
            <p:ph type="body" sz="quarter" idx="30"/>
          </p:nvPr>
        </p:nvSpPr>
        <p:spPr>
          <a:xfrm>
            <a:off x="8223147" y="4056516"/>
            <a:ext cx="502234" cy="273146"/>
          </a:xfrm>
        </p:spPr>
        <p:txBody>
          <a:bodyPr>
            <a:noAutofit/>
          </a:bodyPr>
          <a:lstStyle/>
          <a:p>
            <a:r>
              <a:rPr lang="en-US" altLang="zh-CN"/>
              <a:t>04</a:t>
            </a:r>
            <a:endParaRPr lang="zh-CN" altLang="en-US"/>
          </a:p>
        </p:txBody>
      </p:sp>
      <p:sp>
        <p:nvSpPr>
          <p:cNvPr id="19" name="Text Placeholder 18">
            <a:extLst>
              <a:ext uri="{FF2B5EF4-FFF2-40B4-BE49-F238E27FC236}">
                <a16:creationId xmlns:a16="http://schemas.microsoft.com/office/drawing/2014/main" id="{A5FF6D64-CF0C-DF32-3F8D-EEE041DCC836}"/>
              </a:ext>
            </a:extLst>
          </p:cNvPr>
          <p:cNvSpPr>
            <a:spLocks noGrp="1"/>
          </p:cNvSpPr>
          <p:nvPr>
            <p:ph type="body" sz="quarter" idx="35"/>
          </p:nvPr>
        </p:nvSpPr>
        <p:spPr>
          <a:xfrm>
            <a:off x="7392691" y="4593038"/>
            <a:ext cx="2172114" cy="619136"/>
          </a:xfrm>
        </p:spPr>
        <p:txBody>
          <a:bodyPr>
            <a:noAutofit/>
          </a:bodyPr>
          <a:lstStyle/>
          <a:p>
            <a:r>
              <a:rPr lang="en-US" altLang="zh-CN"/>
              <a:t>Item title</a:t>
            </a:r>
          </a:p>
        </p:txBody>
      </p:sp>
      <p:sp>
        <p:nvSpPr>
          <p:cNvPr id="20" name="Text Placeholder 19">
            <a:extLst>
              <a:ext uri="{FF2B5EF4-FFF2-40B4-BE49-F238E27FC236}">
                <a16:creationId xmlns:a16="http://schemas.microsoft.com/office/drawing/2014/main" id="{81495D3C-C922-0760-A0A1-A85A9BE34BD8}"/>
              </a:ext>
            </a:extLst>
          </p:cNvPr>
          <p:cNvSpPr>
            <a:spLocks noGrp="1"/>
          </p:cNvSpPr>
          <p:nvPr>
            <p:ph type="body" sz="quarter" idx="36"/>
          </p:nvPr>
        </p:nvSpPr>
        <p:spPr>
          <a:xfrm>
            <a:off x="7392691" y="5409954"/>
            <a:ext cx="2172114" cy="537150"/>
          </a:xfrm>
        </p:spPr>
        <p:txBody>
          <a:bodyPr>
            <a:noAutofit/>
          </a:bodyPr>
          <a:lstStyle/>
          <a:p>
            <a:r>
              <a:rPr lang="en-US" altLang="zh-CN"/>
              <a:t>Add a brief subitem here.</a:t>
            </a:r>
            <a:endParaRPr lang="zh-CN" altLang="en-US"/>
          </a:p>
        </p:txBody>
      </p:sp>
      <p:sp>
        <p:nvSpPr>
          <p:cNvPr id="13" name="Text Placeholder 12">
            <a:extLst>
              <a:ext uri="{FF2B5EF4-FFF2-40B4-BE49-F238E27FC236}">
                <a16:creationId xmlns:a16="http://schemas.microsoft.com/office/drawing/2014/main" id="{DD6CC0EA-BB46-5765-3E32-55D8BF08755A}"/>
              </a:ext>
            </a:extLst>
          </p:cNvPr>
          <p:cNvSpPr>
            <a:spLocks noGrp="1"/>
          </p:cNvSpPr>
          <p:nvPr>
            <p:ph type="body" sz="quarter" idx="29"/>
          </p:nvPr>
        </p:nvSpPr>
        <p:spPr>
          <a:xfrm>
            <a:off x="5842641" y="4047357"/>
            <a:ext cx="502234" cy="273146"/>
          </a:xfrm>
        </p:spPr>
        <p:txBody>
          <a:bodyPr>
            <a:noAutofit/>
          </a:bodyPr>
          <a:lstStyle/>
          <a:p>
            <a:r>
              <a:rPr lang="en-US" altLang="zh-CN"/>
              <a:t>05</a:t>
            </a:r>
            <a:endParaRPr lang="zh-CN" altLang="en-US"/>
          </a:p>
        </p:txBody>
      </p:sp>
      <p:sp>
        <p:nvSpPr>
          <p:cNvPr id="17" name="Text Placeholder 16">
            <a:extLst>
              <a:ext uri="{FF2B5EF4-FFF2-40B4-BE49-F238E27FC236}">
                <a16:creationId xmlns:a16="http://schemas.microsoft.com/office/drawing/2014/main" id="{75941F08-7DBD-8A8E-8827-E685313D680F}"/>
              </a:ext>
            </a:extLst>
          </p:cNvPr>
          <p:cNvSpPr>
            <a:spLocks noGrp="1"/>
          </p:cNvSpPr>
          <p:nvPr>
            <p:ph type="body" sz="quarter" idx="33"/>
          </p:nvPr>
        </p:nvSpPr>
        <p:spPr>
          <a:xfrm>
            <a:off x="5009943" y="4593038"/>
            <a:ext cx="2172114" cy="619136"/>
          </a:xfrm>
        </p:spPr>
        <p:txBody>
          <a:bodyPr>
            <a:noAutofit/>
          </a:bodyPr>
          <a:lstStyle/>
          <a:p>
            <a:r>
              <a:rPr lang="en-US" altLang="zh-CN"/>
              <a:t>Item title</a:t>
            </a:r>
          </a:p>
        </p:txBody>
      </p:sp>
      <p:sp>
        <p:nvSpPr>
          <p:cNvPr id="18" name="Text Placeholder 17">
            <a:extLst>
              <a:ext uri="{FF2B5EF4-FFF2-40B4-BE49-F238E27FC236}">
                <a16:creationId xmlns:a16="http://schemas.microsoft.com/office/drawing/2014/main" id="{5A4D1E1E-57B4-49DA-8E52-03F6F6255048}"/>
              </a:ext>
            </a:extLst>
          </p:cNvPr>
          <p:cNvSpPr>
            <a:spLocks noGrp="1"/>
          </p:cNvSpPr>
          <p:nvPr>
            <p:ph type="body" sz="quarter" idx="34"/>
          </p:nvPr>
        </p:nvSpPr>
        <p:spPr>
          <a:xfrm>
            <a:off x="5009943" y="5409954"/>
            <a:ext cx="2172114" cy="537150"/>
          </a:xfrm>
        </p:spPr>
        <p:txBody>
          <a:bodyPr>
            <a:noAutofit/>
          </a:bodyPr>
          <a:lstStyle/>
          <a:p>
            <a:r>
              <a:rPr lang="en-US" altLang="zh-CN"/>
              <a:t>Add a brief subitem here.</a:t>
            </a:r>
            <a:endParaRPr lang="zh-CN" altLang="en-US"/>
          </a:p>
        </p:txBody>
      </p:sp>
      <p:sp>
        <p:nvSpPr>
          <p:cNvPr id="12" name="Text Placeholder 11">
            <a:extLst>
              <a:ext uri="{FF2B5EF4-FFF2-40B4-BE49-F238E27FC236}">
                <a16:creationId xmlns:a16="http://schemas.microsoft.com/office/drawing/2014/main" id="{E324593D-4068-C5C3-7D30-933A19BA1ED9}"/>
              </a:ext>
            </a:extLst>
          </p:cNvPr>
          <p:cNvSpPr>
            <a:spLocks noGrp="1"/>
          </p:cNvSpPr>
          <p:nvPr>
            <p:ph type="body" sz="quarter" idx="28"/>
          </p:nvPr>
        </p:nvSpPr>
        <p:spPr>
          <a:xfrm>
            <a:off x="3462135" y="4040581"/>
            <a:ext cx="502234" cy="273146"/>
          </a:xfrm>
        </p:spPr>
        <p:txBody>
          <a:bodyPr>
            <a:noAutofit/>
          </a:bodyPr>
          <a:lstStyle/>
          <a:p>
            <a:r>
              <a:rPr lang="en-US" altLang="zh-CN"/>
              <a:t>06</a:t>
            </a:r>
            <a:endParaRPr lang="zh-CN" altLang="en-US"/>
          </a:p>
        </p:txBody>
      </p:sp>
      <p:sp>
        <p:nvSpPr>
          <p:cNvPr id="15" name="Text Placeholder 14">
            <a:extLst>
              <a:ext uri="{FF2B5EF4-FFF2-40B4-BE49-F238E27FC236}">
                <a16:creationId xmlns:a16="http://schemas.microsoft.com/office/drawing/2014/main" id="{E55F2D09-0277-DF69-22CC-92996C794E46}"/>
              </a:ext>
            </a:extLst>
          </p:cNvPr>
          <p:cNvSpPr>
            <a:spLocks noGrp="1"/>
          </p:cNvSpPr>
          <p:nvPr>
            <p:ph type="body" sz="quarter" idx="31"/>
          </p:nvPr>
        </p:nvSpPr>
        <p:spPr>
          <a:xfrm>
            <a:off x="2627195" y="4593038"/>
            <a:ext cx="2172114" cy="619136"/>
          </a:xfrm>
        </p:spPr>
        <p:txBody>
          <a:bodyPr>
            <a:noAutofit/>
          </a:bodyPr>
          <a:lstStyle/>
          <a:p>
            <a:r>
              <a:rPr lang="en-US" altLang="zh-CN"/>
              <a:t>Item title</a:t>
            </a:r>
          </a:p>
        </p:txBody>
      </p:sp>
      <p:sp>
        <p:nvSpPr>
          <p:cNvPr id="16" name="Text Placeholder 15">
            <a:extLst>
              <a:ext uri="{FF2B5EF4-FFF2-40B4-BE49-F238E27FC236}">
                <a16:creationId xmlns:a16="http://schemas.microsoft.com/office/drawing/2014/main" id="{7846DE45-01C6-B48E-F651-634896C7E064}"/>
              </a:ext>
            </a:extLst>
          </p:cNvPr>
          <p:cNvSpPr>
            <a:spLocks noGrp="1"/>
          </p:cNvSpPr>
          <p:nvPr>
            <p:ph type="body" sz="quarter" idx="32"/>
          </p:nvPr>
        </p:nvSpPr>
        <p:spPr>
          <a:xfrm>
            <a:off x="2627195" y="5409954"/>
            <a:ext cx="2172114" cy="537150"/>
          </a:xfrm>
        </p:spPr>
        <p:txBody>
          <a:bodyPr>
            <a:noAutofit/>
          </a:bodyPr>
          <a:lstStyle/>
          <a:p>
            <a:r>
              <a:rPr lang="en-US" altLang="zh-CN"/>
              <a:t>Add a brief subitem here.</a:t>
            </a:r>
            <a:endParaRPr lang="zh-CN" altLang="en-US"/>
          </a:p>
        </p:txBody>
      </p:sp>
    </p:spTree>
    <p:extLst>
      <p:ext uri="{BB962C8B-B14F-4D97-AF65-F5344CB8AC3E}">
        <p14:creationId xmlns:p14="http://schemas.microsoft.com/office/powerpoint/2010/main" val="2481606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BB4D-A4FB-D5D9-43A4-B118A26FB4AC}"/>
              </a:ext>
            </a:extLst>
          </p:cNvPr>
          <p:cNvSpPr>
            <a:spLocks noGrp="1"/>
          </p:cNvSpPr>
          <p:nvPr>
            <p:ph type="title"/>
          </p:nvPr>
        </p:nvSpPr>
        <p:spPr>
          <a:xfrm>
            <a:off x="358198" y="500240"/>
            <a:ext cx="11475604" cy="1073476"/>
          </a:xfrm>
        </p:spPr>
        <p:txBody>
          <a:bodyPr/>
          <a:lstStyle/>
          <a:p>
            <a:r>
              <a:rPr lang="en-US" altLang="zh-CN" noProof="0"/>
              <a:t>Timeline</a:t>
            </a:r>
            <a:endParaRPr lang="zh-CN" altLang="en-US"/>
          </a:p>
        </p:txBody>
      </p:sp>
      <p:sp>
        <p:nvSpPr>
          <p:cNvPr id="3" name="Text Placeholder 2">
            <a:extLst>
              <a:ext uri="{FF2B5EF4-FFF2-40B4-BE49-F238E27FC236}">
                <a16:creationId xmlns:a16="http://schemas.microsoft.com/office/drawing/2014/main" id="{4586B5DB-661B-3599-FF6B-464714557BFB}"/>
              </a:ext>
            </a:extLst>
          </p:cNvPr>
          <p:cNvSpPr>
            <a:spLocks noGrp="1"/>
          </p:cNvSpPr>
          <p:nvPr>
            <p:ph type="body" sz="quarter" idx="28"/>
          </p:nvPr>
        </p:nvSpPr>
        <p:spPr>
          <a:xfrm>
            <a:off x="1687293" y="3292427"/>
            <a:ext cx="502234" cy="273146"/>
          </a:xfrm>
        </p:spPr>
        <p:txBody>
          <a:bodyPr/>
          <a:lstStyle/>
          <a:p>
            <a:r>
              <a:rPr lang="en-US" altLang="zh-CN"/>
              <a:t>01</a:t>
            </a:r>
            <a:endParaRPr lang="zh-CN" altLang="en-US"/>
          </a:p>
        </p:txBody>
      </p:sp>
      <p:sp>
        <p:nvSpPr>
          <p:cNvPr id="7" name="Text Placeholder 6">
            <a:extLst>
              <a:ext uri="{FF2B5EF4-FFF2-40B4-BE49-F238E27FC236}">
                <a16:creationId xmlns:a16="http://schemas.microsoft.com/office/drawing/2014/main" id="{0C092B72-C6FB-7F66-BEF7-9BB525C8093F}"/>
              </a:ext>
            </a:extLst>
          </p:cNvPr>
          <p:cNvSpPr>
            <a:spLocks noGrp="1"/>
          </p:cNvSpPr>
          <p:nvPr>
            <p:ph type="body" sz="quarter" idx="13"/>
          </p:nvPr>
        </p:nvSpPr>
        <p:spPr>
          <a:xfrm>
            <a:off x="634669" y="2165720"/>
            <a:ext cx="2607482" cy="619136"/>
          </a:xfrm>
        </p:spPr>
        <p:txBody>
          <a:bodyPr/>
          <a:lstStyle/>
          <a:p>
            <a:r>
              <a:rPr lang="en-US" altLang="zh-CN"/>
              <a:t>Initial Market Research</a:t>
            </a:r>
            <a:endParaRPr lang="zh-CN" altLang="en-US"/>
          </a:p>
        </p:txBody>
      </p:sp>
      <p:sp>
        <p:nvSpPr>
          <p:cNvPr id="6" name="Text Placeholder 5">
            <a:extLst>
              <a:ext uri="{FF2B5EF4-FFF2-40B4-BE49-F238E27FC236}">
                <a16:creationId xmlns:a16="http://schemas.microsoft.com/office/drawing/2014/main" id="{B91F0E8F-4F2C-893F-8A08-CC7EB2B45614}"/>
              </a:ext>
            </a:extLst>
          </p:cNvPr>
          <p:cNvSpPr>
            <a:spLocks noGrp="1"/>
          </p:cNvSpPr>
          <p:nvPr>
            <p:ph type="body" sz="quarter" idx="14"/>
          </p:nvPr>
        </p:nvSpPr>
        <p:spPr>
          <a:xfrm>
            <a:off x="731576" y="4073144"/>
            <a:ext cx="2607482" cy="1586709"/>
          </a:xfrm>
        </p:spPr>
        <p:txBody>
          <a:bodyPr/>
          <a:lstStyle/>
          <a:p>
            <a:r>
              <a:rPr lang="en-US" altLang="zh-CN"/>
              <a:t>Provide a detailed subitem that explains its focus and purpose clearly, offering concise insights.</a:t>
            </a:r>
            <a:endParaRPr lang="zh-CN" altLang="en-US"/>
          </a:p>
        </p:txBody>
      </p:sp>
      <p:sp>
        <p:nvSpPr>
          <p:cNvPr id="4" name="Text Placeholder 3">
            <a:extLst>
              <a:ext uri="{FF2B5EF4-FFF2-40B4-BE49-F238E27FC236}">
                <a16:creationId xmlns:a16="http://schemas.microsoft.com/office/drawing/2014/main" id="{3987DE17-F125-97F8-B532-0DBE734F0A5E}"/>
              </a:ext>
            </a:extLst>
          </p:cNvPr>
          <p:cNvSpPr>
            <a:spLocks noGrp="1"/>
          </p:cNvSpPr>
          <p:nvPr>
            <p:ph type="body" sz="quarter" idx="29"/>
          </p:nvPr>
        </p:nvSpPr>
        <p:spPr>
          <a:xfrm>
            <a:off x="5844883" y="3292427"/>
            <a:ext cx="502234" cy="273146"/>
          </a:xfrm>
        </p:spPr>
        <p:txBody>
          <a:bodyPr/>
          <a:lstStyle/>
          <a:p>
            <a:r>
              <a:rPr lang="en-US" altLang="zh-CN"/>
              <a:t>02</a:t>
            </a:r>
            <a:endParaRPr lang="zh-CN" altLang="en-US"/>
          </a:p>
        </p:txBody>
      </p:sp>
      <p:sp>
        <p:nvSpPr>
          <p:cNvPr id="9" name="Text Placeholder 8">
            <a:extLst>
              <a:ext uri="{FF2B5EF4-FFF2-40B4-BE49-F238E27FC236}">
                <a16:creationId xmlns:a16="http://schemas.microsoft.com/office/drawing/2014/main" id="{74AE4F4F-8C41-4DCD-5DC4-E718E1B50F27}"/>
              </a:ext>
            </a:extLst>
          </p:cNvPr>
          <p:cNvSpPr>
            <a:spLocks noGrp="1"/>
          </p:cNvSpPr>
          <p:nvPr>
            <p:ph type="body" sz="quarter" idx="32"/>
          </p:nvPr>
        </p:nvSpPr>
        <p:spPr>
          <a:xfrm>
            <a:off x="4792259" y="2165720"/>
            <a:ext cx="2607482" cy="619136"/>
          </a:xfrm>
        </p:spPr>
        <p:txBody>
          <a:bodyPr/>
          <a:lstStyle/>
          <a:p>
            <a:r>
              <a:rPr lang="en-US" altLang="zh-CN"/>
              <a:t>Strategy Development</a:t>
            </a:r>
            <a:endParaRPr lang="zh-CN" altLang="en-US"/>
          </a:p>
        </p:txBody>
      </p:sp>
      <p:sp>
        <p:nvSpPr>
          <p:cNvPr id="8" name="Text Placeholder 7">
            <a:extLst>
              <a:ext uri="{FF2B5EF4-FFF2-40B4-BE49-F238E27FC236}">
                <a16:creationId xmlns:a16="http://schemas.microsoft.com/office/drawing/2014/main" id="{61183523-9765-2022-106F-5ED9D1365552}"/>
              </a:ext>
            </a:extLst>
          </p:cNvPr>
          <p:cNvSpPr>
            <a:spLocks noGrp="1"/>
          </p:cNvSpPr>
          <p:nvPr>
            <p:ph type="body" sz="quarter" idx="31"/>
          </p:nvPr>
        </p:nvSpPr>
        <p:spPr>
          <a:xfrm>
            <a:off x="4792259" y="4073144"/>
            <a:ext cx="2607482" cy="1586709"/>
          </a:xfrm>
        </p:spPr>
        <p:txBody>
          <a:bodyPr/>
          <a:lstStyle/>
          <a:p>
            <a:r>
              <a:rPr lang="en-US" altLang="zh-CN"/>
              <a:t>Provide a detailed subitem that explains its focus and purpose clearly, offering concise insights.</a:t>
            </a:r>
            <a:endParaRPr lang="zh-CN" altLang="en-US"/>
          </a:p>
        </p:txBody>
      </p:sp>
      <p:sp>
        <p:nvSpPr>
          <p:cNvPr id="5" name="Text Placeholder 4">
            <a:extLst>
              <a:ext uri="{FF2B5EF4-FFF2-40B4-BE49-F238E27FC236}">
                <a16:creationId xmlns:a16="http://schemas.microsoft.com/office/drawing/2014/main" id="{4F8934D4-F883-3D0B-FF2E-6C086CC01C95}"/>
              </a:ext>
            </a:extLst>
          </p:cNvPr>
          <p:cNvSpPr>
            <a:spLocks noGrp="1"/>
          </p:cNvSpPr>
          <p:nvPr>
            <p:ph type="body" sz="quarter" idx="30"/>
          </p:nvPr>
        </p:nvSpPr>
        <p:spPr>
          <a:xfrm>
            <a:off x="10024668" y="3292427"/>
            <a:ext cx="502234" cy="273146"/>
          </a:xfrm>
        </p:spPr>
        <p:txBody>
          <a:bodyPr/>
          <a:lstStyle/>
          <a:p>
            <a:r>
              <a:rPr lang="en-US" altLang="zh-CN"/>
              <a:t>03</a:t>
            </a:r>
            <a:endParaRPr lang="zh-CN" altLang="en-US"/>
          </a:p>
        </p:txBody>
      </p:sp>
      <p:sp>
        <p:nvSpPr>
          <p:cNvPr id="11" name="Text Placeholder 10">
            <a:extLst>
              <a:ext uri="{FF2B5EF4-FFF2-40B4-BE49-F238E27FC236}">
                <a16:creationId xmlns:a16="http://schemas.microsoft.com/office/drawing/2014/main" id="{24199C9C-3297-FECF-C6A4-45CFFDF5D8B1}"/>
              </a:ext>
            </a:extLst>
          </p:cNvPr>
          <p:cNvSpPr>
            <a:spLocks noGrp="1"/>
          </p:cNvSpPr>
          <p:nvPr>
            <p:ph type="body" sz="quarter" idx="34"/>
          </p:nvPr>
        </p:nvSpPr>
        <p:spPr>
          <a:xfrm>
            <a:off x="8972044" y="2165720"/>
            <a:ext cx="2607482" cy="619136"/>
          </a:xfrm>
        </p:spPr>
        <p:txBody>
          <a:bodyPr/>
          <a:lstStyle/>
          <a:p>
            <a:r>
              <a:rPr lang="en-US" altLang="zh-CN"/>
              <a:t>Implementation and Monitoring</a:t>
            </a:r>
            <a:endParaRPr lang="zh-CN" altLang="en-US"/>
          </a:p>
        </p:txBody>
      </p:sp>
      <p:sp>
        <p:nvSpPr>
          <p:cNvPr id="10" name="Text Placeholder 9">
            <a:extLst>
              <a:ext uri="{FF2B5EF4-FFF2-40B4-BE49-F238E27FC236}">
                <a16:creationId xmlns:a16="http://schemas.microsoft.com/office/drawing/2014/main" id="{F10CA00D-C104-26EB-0D50-3A044979B67F}"/>
              </a:ext>
            </a:extLst>
          </p:cNvPr>
          <p:cNvSpPr>
            <a:spLocks noGrp="1"/>
          </p:cNvSpPr>
          <p:nvPr>
            <p:ph type="body" sz="quarter" idx="33"/>
          </p:nvPr>
        </p:nvSpPr>
        <p:spPr>
          <a:xfrm>
            <a:off x="8972044" y="4073144"/>
            <a:ext cx="2607482" cy="1586709"/>
          </a:xfrm>
        </p:spPr>
        <p:txBody>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252925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title"/>
          </p:nvPr>
        </p:nvSpPr>
        <p:spPr>
          <a:xfrm>
            <a:off x="838200" y="876300"/>
            <a:ext cx="5372100" cy="5105400"/>
          </a:xfrm>
        </p:spPr>
        <p:txBody>
          <a:bodyPr/>
          <a:lstStyle/>
          <a:p>
            <a:r>
              <a:rPr lang="en-US" altLang="zh-CN"/>
              <a:t>Thank You</a:t>
            </a:r>
            <a:endParaRPr lang="zh-CN" altLang="en-US"/>
          </a:p>
        </p:txBody>
      </p:sp>
    </p:spTree>
    <p:extLst>
      <p:ext uri="{BB962C8B-B14F-4D97-AF65-F5344CB8AC3E}">
        <p14:creationId xmlns:p14="http://schemas.microsoft.com/office/powerpoint/2010/main" val="304984613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 Moving from Hype to Value Realization</a:t>
            </a:r>
          </a:p>
        </p:txBody>
      </p:sp>
      <p:sp>
        <p:nvSpPr>
          <p:cNvPr id="3" name="Subtitle 2"/>
          <p:cNvSpPr>
            <a:spLocks noGrp="1"/>
          </p:cNvSpPr>
          <p:nvPr>
            <p:ph type="subTitle" idx="1"/>
          </p:nvPr>
        </p:nvSpPr>
        <p:spPr/>
        <p:txBody>
          <a:bodyPr/>
          <a:lstStyle/>
          <a:p>
            <a:r>
              <a:t>• Transitioning from 2023 proof-of-concept experimentation to production-grade enterprise architecture.</a:t>
            </a:r>
          </a:p>
          <a:p>
            <a:r>
              <a:t>• 2023 Focus: Chatbots, raw LLM capabilities, and rapid consumer-facing prototyping.</a:t>
            </a:r>
          </a:p>
          <a:p>
            <a:r>
              <a:t>• 2024–2025 Focus: Autonomous AI agents, customized SLMs, GraphRAG, and measurable business ROI.</a:t>
            </a:r>
          </a:p>
          <a:p>
            <a:r>
              <a:t>• Strategic Imperative: Build governed, composable AI capabilities deeply embedded into core business workflows.</a:t>
            </a:r>
          </a:p>
        </p:txBody>
      </p:sp>
      <p:sp>
        <p:nvSpPr>
          <p:cNvPr id="4" name="Text Placeholder 3"/>
          <p:cNvSpPr>
            <a:spLocks noGrp="1"/>
          </p:cNvSpPr>
          <p:nvPr>
            <p:ph type="body" idx="11" sz="quarter"/>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Macro Vectors Reshaping Enterprise GenAI (2024–2025)</a:t>
            </a:r>
          </a:p>
        </p:txBody>
      </p:sp>
      <p:sp>
        <p:nvSpPr>
          <p:cNvPr id="3" name="Subtitle 2"/>
          <p:cNvSpPr>
            <a:spLocks noGrp="1"/>
          </p:cNvSpPr>
          <p:nvPr>
            <p:ph type="subTitle" idx="1"/>
          </p:nvPr>
        </p:nvSpPr>
        <p:spPr/>
        <p:txBody>
          <a:bodyPr/>
          <a:lstStyle/>
          <a:p>
            <a:r>
              <a:t>• Agentic Workflows: Goal-driven multi-agent systems executing complex processes via internal APIs.</a:t>
            </a:r>
          </a:p>
          <a:p>
            <a:r>
              <a:t>• Native Multimodality: Real-time, low-latency interactions across text, voice, vision, and video.</a:t>
            </a:r>
          </a:p>
          <a:p>
            <a:r>
              <a:t>• Small Language Models (SLMs): Compact domain-specific models reducing token costs by up to 90%.</a:t>
            </a:r>
          </a:p>
          <a:p>
            <a:r>
              <a:t>• Enterprise GraphRAG: Knowledge graphs integrated with vector search to eliminate hallucinations.</a:t>
            </a:r>
          </a:p>
          <a:p>
            <a:r>
              <a:t>• Inference-Time Reasoning: Deep chain-of-thought processing for complex logic, finance, and engineering.</a:t>
            </a:r>
          </a:p>
          <a:p>
            <a:r>
              <a:t>• AI Governance &amp; TRiSM: Robust risk management, data privacy, and compliance with the EU AI Act.</a:t>
            </a:r>
          </a:p>
        </p:txBody>
      </p:sp>
      <p:sp>
        <p:nvSpPr>
          <p:cNvPr id="4" name="Text Placeholder 3"/>
          <p:cNvSpPr>
            <a:spLocks noGrp="1"/>
          </p:cNvSpPr>
          <p:nvPr>
            <p:ph type="body" idx="11" sz="quarter"/>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12-Month Strategic Implementation Roadmap</a:t>
            </a:r>
          </a:p>
        </p:txBody>
      </p:sp>
      <p:sp>
        <p:nvSpPr>
          <p:cNvPr id="3" name="Subtitle 2"/>
          <p:cNvSpPr>
            <a:spLocks noGrp="1"/>
          </p:cNvSpPr>
          <p:nvPr>
            <p:ph type="subTitle" idx="1"/>
          </p:nvPr>
        </p:nvSpPr>
        <p:spPr/>
        <p:txBody>
          <a:bodyPr/>
          <a:lstStyle/>
          <a:p>
            <a:r>
              <a:t>• Phase 1 (Months 1–3) Foundation &amp; Governance: Establish AI steering committee, risk guidelines, and infrastructure audit.</a:t>
            </a:r>
          </a:p>
          <a:p>
            <a:r>
              <a:t>• Phase 2 (Months 4–6) High-Impact Pilots: Deploy GraphRAG enterprise search and launch initial productivity agent POCs.</a:t>
            </a:r>
          </a:p>
          <a:p>
            <a:r>
              <a:t>• Phase 3 (Months 7–10) Scale &amp; Fine-Tuning: Roll out specialized SLMs and automate cross-functional business workflows.</a:t>
            </a:r>
          </a:p>
          <a:p>
            <a:r>
              <a:t>• Phase 4 (Months 11–12) Enterprise Optimization: Achieve full integration, continuous TRiSM observability, and ROI assessment.</a:t>
            </a:r>
          </a:p>
        </p:txBody>
      </p:sp>
      <p:sp>
        <p:nvSpPr>
          <p:cNvPr id="4" name="Text Placeholder 3"/>
          <p:cNvSpPr>
            <a:spLocks noGrp="1"/>
          </p:cNvSpPr>
          <p:nvPr>
            <p:ph type="body" idx="11"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30487B-DABF-4867-96A4-274E17D03608}">
  <ds:schemaRefs>
    <ds:schemaRef ds:uri="http://schemas.microsoft.com/sharepoint/v3/contenttype/forms"/>
  </ds:schemaRefs>
</ds:datastoreItem>
</file>

<file path=customXml/itemProps3.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0</TotalTime>
  <Words>600</Words>
  <PresentationFormat>Widescreen</PresentationFormat>
  <Paragraphs>146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等线</vt:lpstr>
      <vt:lpstr>Arial</vt:lpstr>
      <vt:lpstr>Poppins</vt:lpstr>
      <vt:lpstr>Poppins SemiBold</vt:lpstr>
      <vt:lpstr>Custom</vt:lpstr>
      <vt:lpstr>Sales Strategy</vt:lpstr>
      <vt:lpstr>Agenda</vt:lpstr>
      <vt:lpstr>Sales Strategy Introduction</vt:lpstr>
      <vt:lpstr>Overview</vt:lpstr>
      <vt:lpstr>Objectives</vt:lpstr>
      <vt:lpstr>Market Analysis</vt:lpstr>
      <vt:lpstr>Target Demographics</vt:lpstr>
      <vt:lpstr>Market Trends</vt:lpstr>
      <vt:lpstr>Competitive Advantages</vt:lpstr>
      <vt:lpstr>Strength Analysis</vt:lpstr>
      <vt:lpstr>Competitor Comparison</vt:lpstr>
      <vt:lpstr>Pricing Strategies</vt:lpstr>
      <vt:lpstr>Pricing Models</vt:lpstr>
      <vt:lpstr>Competitive Pricing</vt:lpstr>
      <vt:lpstr>Sales Channels</vt:lpstr>
      <vt:lpstr>Channel Overview</vt:lpstr>
      <vt:lpstr>Channel Effectiveness</vt:lpstr>
      <vt:lpstr>Implementation Plan</vt:lpstr>
      <vt:lpstr>Action Steps</vt:lpstr>
      <vt:lpstr>Timeline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2025-03-15T00:56:01Z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