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17"/>
  </p:notesMasterIdLst>
  <p:handoutMasterIdLst>
    <p:handoutMasterId r:id="rId18"/>
  </p:handoutMasterIdLst>
  <p:sldIdLst>
    <p:sldId id="401" r:id="rId5"/>
    <p:sldId id="385" r:id="rId6"/>
    <p:sldId id="386" r:id="rId7"/>
    <p:sldId id="403" r:id="rId8"/>
    <p:sldId id="402" r:id="rId9"/>
    <p:sldId id="378" r:id="rId10"/>
    <p:sldId id="387" r:id="rId11"/>
    <p:sldId id="406" r:id="rId12"/>
    <p:sldId id="408" r:id="rId13"/>
    <p:sldId id="405" r:id="rId14"/>
    <p:sldId id="407" r:id="rId15"/>
    <p:sldId id="404" r:id="rId16"/>
    <p:sldId id="409" r:id="rId2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8107F-36A8-A8D9-A450-80D0C4109E52}" v="2" dt="2025-03-13T11:58:19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Cranny" userId="S::mijames@microsoft.com::1f2d3b60-5574-4909-bdf4-5617a7f7f73a" providerId="AD" clId="Web-{2FB8107F-36A8-A8D9-A450-80D0C4109E52}"/>
    <pc:docChg chg="addSld delSld">
      <pc:chgData name="Michelle Cranny" userId="S::mijames@microsoft.com::1f2d3b60-5574-4909-bdf4-5617a7f7f73a" providerId="AD" clId="Web-{2FB8107F-36A8-A8D9-A450-80D0C4109E52}" dt="2025-03-13T11:58:19.532" v="1"/>
      <pc:docMkLst>
        <pc:docMk/>
      </pc:docMkLst>
      <pc:sldChg chg="new del">
        <pc:chgData name="Michelle Cranny" userId="S::mijames@microsoft.com::1f2d3b60-5574-4909-bdf4-5617a7f7f73a" providerId="AD" clId="Web-{2FB8107F-36A8-A8D9-A450-80D0C4109E52}" dt="2025-03-13T11:58:19.532" v="1"/>
        <pc:sldMkLst>
          <pc:docMk/>
          <pc:sldMk cId="838637727" sldId="410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8/29/2026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1.svg"/><Relationship Id="rId5" Type="http://schemas.openxmlformats.org/officeDocument/2006/relationships/image" Target="../media/image2.svg"/><Relationship Id="rId6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Relationship Id="rId4" Type="http://schemas.openxmlformats.org/officeDocument/2006/relationships/image" Target="../media/image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Relationship Id="rId4" Type="http://schemas.openxmlformats.org/officeDocument/2006/relationships/image" Target="../media/image1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6.svg"/><Relationship Id="rId4" Type="http://schemas.openxmlformats.org/officeDocument/2006/relationships/image" Target="../media/image3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Relationship Id="rId6" Type="http://schemas.openxmlformats.org/officeDocument/2006/relationships/image" Target="../media/image7.svg"/><Relationship Id="rId7" Type="http://schemas.openxmlformats.org/officeDocument/2006/relationships/image" Target="../media/image8.svg"/><Relationship Id="rId8" Type="http://schemas.openxmlformats.org/officeDocument/2006/relationships/image" Target="../media/image9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10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0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4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4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3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85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328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8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5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8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97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7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8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7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6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B0ADC593-EA98-4C39-A75F-3F3A9C69101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09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0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76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0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8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1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00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168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9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12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ADC8C146-0A20-4029-98D5-9A42EEDF8B24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7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12A2F-57DF-45DA-A7E9-678FD33267B9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12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10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766791B-F730-470C-BD5E-FFF8D449589F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6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E73FE0C-303A-49D2-B22C-9FE8AE7D9EF1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931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73859A7-84EB-4384-87AF-59CC16704CF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86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5AD3D17-73C9-402C-91E7-BA73E6829C50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3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7A7CDD-9512-40CC-9351-FC0DE186CFB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34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483EFCC7-B7E8-4ABE-BBCB-C75FD27800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9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F140A1F3-DA5D-4F2E-B759-748FF8D0ACA9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130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01B1322-4C31-4D1F-88B1-5F79F56892AE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26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507735E4-737B-43D4-B991-92C3D63DE68F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2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D63035D-22A0-4334-A9AE-2457016C8B47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29247CA6-BC1D-429A-A289-4E939E49554A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7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F8418BD-2BA9-41CB-AB89-625779A7563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424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8/29/2026</a:t>
            </a:fld>
            <a:endParaRPr lang="en-US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3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82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458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5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4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65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75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18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39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42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02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8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FF128-BAC7-4E0D-8F77-28A571D93B6F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6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12DB3EA1-DD0C-4B8D-8364-52024B4530F1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604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D157344-9CC7-412D-8C20-072BE86D5A11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4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157987AA-E4E6-4FC1-BAD8-09A952212C58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74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043CF65F-0E21-48DE-8D75-4BF66A547E8E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4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13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4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675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8" r:id="rId8"/>
    <p:sldLayoutId id="2147483739" r:id="rId9"/>
    <p:sldLayoutId id="2147483740" r:id="rId10"/>
    <p:sldLayoutId id="2147483759" r:id="rId11"/>
    <p:sldLayoutId id="2147483685" r:id="rId12"/>
    <p:sldLayoutId id="2147483686" r:id="rId13"/>
    <p:sldLayoutId id="2147483746" r:id="rId14"/>
    <p:sldLayoutId id="2147483747" r:id="rId15"/>
    <p:sldLayoutId id="2147483748" r:id="rId16"/>
    <p:sldLayoutId id="2147483750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35" r:id="rId37"/>
    <p:sldLayoutId id="2147483736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43" r:id="rId46"/>
    <p:sldLayoutId id="2147483758" r:id="rId47"/>
    <p:sldLayoutId id="2147483745" r:id="rId48"/>
    <p:sldLayoutId id="2147483751" r:id="rId49"/>
    <p:sldLayoutId id="2147483757" r:id="rId50"/>
    <p:sldLayoutId id="2147483753" r:id="rId51"/>
    <p:sldLayoutId id="2147483754" r:id="rId52"/>
    <p:sldLayoutId id="2147483755" r:id="rId53"/>
    <p:sldLayoutId id="2147483742" r:id="rId54"/>
    <p:sldLayoutId id="2147483752" r:id="rId55"/>
    <p:sldLayoutId id="2147483756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6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040C-0B14-D61F-5226-9B11CE4A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517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61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38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9C224-A9D2-9FF5-F018-97DE81DA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3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1D20-65D2-7C26-C062-DF9C884B1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30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46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939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3EEFC-1A25-C621-9E4E-C4A725B3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83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DBAE0-D93C-43AD-5BE3-B0285EB00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707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4993-314A-FD1E-CB9C-19E0D29C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540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46E3-9F9B-6540-00A4-D2CCC175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824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8E77-EDCE-E6BA-4C6F-34EE908C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728761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generated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global2.11">
      <a:dk1>
        <a:sysClr val="windowText" lastClr="000000"/>
      </a:dk1>
      <a:lt1>
        <a:sysClr val="window" lastClr="FFFFFF"/>
      </a:lt1>
      <a:dk2>
        <a:srgbClr val="1E55B8"/>
      </a:dk2>
      <a:lt2>
        <a:srgbClr val="6CABF0"/>
      </a:lt2>
      <a:accent1>
        <a:srgbClr val="1674DC"/>
      </a:accent1>
      <a:accent2>
        <a:srgbClr val="5AE495"/>
      </a:accent2>
      <a:accent3>
        <a:srgbClr val="4253EF"/>
      </a:accent3>
      <a:accent4>
        <a:srgbClr val="00B0F0"/>
      </a:accent4>
      <a:accent5>
        <a:srgbClr val="63C0F8"/>
      </a:accent5>
      <a:accent6>
        <a:srgbClr val="0070C0"/>
      </a:accent6>
      <a:hlink>
        <a:srgbClr val="002060"/>
      </a:hlink>
      <a:folHlink>
        <a:srgbClr val="7030A0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D30487B-DABF-4867-96A4-274E17D036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A5489D-F149-42F3-BC44-7AEC22AD6F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044193-9CEC-4B0C-A704-002174A4A58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等线</vt:lpstr>
      <vt:lpstr>Arial</vt:lpstr>
      <vt:lpstr>Poppins</vt:lpstr>
      <vt:lpstr>Poppins SemiBold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Atharava Pawar</cp:lastModifiedBy>
  <cp:revision>1</cp:revision>
  <dcterms:modified xsi:type="dcterms:W3CDTF">2026-08-28T19:50:52Z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